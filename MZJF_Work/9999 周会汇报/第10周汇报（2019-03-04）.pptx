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221453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公司所有业务日常运营及数据分析的精准易用平台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FSTPD 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首逾逻辑修复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4808561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4708776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179865"/>
            <a:ext cx="6463257" cy="102951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VINTAGE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的客户类型维度：新客，老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Saiku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个功能优化：端口及默认统计日期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8037</TotalTime>
  <Words>64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1141</cp:revision>
  <cp:lastPrinted>2017-11-27T05:08:00Z</cp:lastPrinted>
  <dcterms:created xsi:type="dcterms:W3CDTF">2017-05-03T04:04:00Z</dcterms:created>
  <dcterms:modified xsi:type="dcterms:W3CDTF">2019-03-04T08:33:22Z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