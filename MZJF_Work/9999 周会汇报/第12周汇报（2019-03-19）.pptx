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2019/3/19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70942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多维数据分析平台：修改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XML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配置，</a:t>
            </a: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默认加载最新日期的统计日期数据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。正在调整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FSTPD 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的默认日期。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3"/>
            <a:ext cx="6780568" cy="964442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8289</TotalTime>
  <Words>59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1152</cp:revision>
  <cp:lastPrinted>2017-11-27T05:08:00Z</cp:lastPrinted>
  <dcterms:created xsi:type="dcterms:W3CDTF">2017-05-03T04:04:00Z</dcterms:created>
  <dcterms:modified xsi:type="dcterms:W3CDTF">2019-03-19T07:49:01Z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