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58" r:id="rId2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31D"/>
    <a:srgbClr val="70AD47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5" autoAdjust="0"/>
    <p:restoredTop sz="64717" autoAdjust="0"/>
  </p:normalViewPr>
  <p:slideViewPr>
    <p:cSldViewPr snapToGrid="0">
      <p:cViewPr>
        <p:scale>
          <a:sx n="70" d="100"/>
          <a:sy n="70" d="100"/>
        </p:scale>
        <p:origin x="258" y="17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2019/2/18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2019/2/18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2019/2/18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2019/2/18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7652657" cy="482600"/>
          </a:xfrm>
        </p:spPr>
        <p:txBody>
          <a:bodyPr/>
          <a:lstStyle/>
          <a:p>
            <a:r>
              <a:rPr lang="zh-CN" altLang="en-US" dirty="0" smtClean="0"/>
              <a:t>    自来水厂 </a:t>
            </a:r>
            <a:r>
              <a:rPr lang="zh-CN" altLang="en-US" sz="2000" dirty="0" smtClean="0"/>
              <a:t>（麦子多维数据分析平台）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653803" y="1272257"/>
            <a:ext cx="6780568" cy="1023384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60300" y="1221453"/>
            <a:ext cx="1650264" cy="399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3"/>
          <p:cNvSpPr txBox="1"/>
          <p:nvPr/>
        </p:nvSpPr>
        <p:spPr>
          <a:xfrm>
            <a:off x="1949343" y="1720921"/>
            <a:ext cx="6028981" cy="358177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公司所有业务日常运营及数据分析的精准易用平台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53803" y="2728117"/>
            <a:ext cx="6780568" cy="165534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60299" y="262833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当前进度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1949343" y="3099421"/>
            <a:ext cx="6506799" cy="1349602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经过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月份试运行后，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月份开始正式运行，按日、月频度更新数据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发布了风控中心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分析模型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发布了操作说明书及配套操作视频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75574" y="4808561"/>
            <a:ext cx="6780568" cy="1655344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82070" y="4708776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计划安排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36"/>
          <p:cNvSpPr txBox="1"/>
          <p:nvPr/>
        </p:nvSpPr>
        <p:spPr>
          <a:xfrm>
            <a:off x="1971114" y="5179865"/>
            <a:ext cx="6463257" cy="1029515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修改风控中心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逾期率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模型，增加撮合借贷余量指标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收集资金中心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模型的业务需求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数仓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表的逻辑修复，为资产中心创建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作准备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627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Fallback>
  </mc:AlternateContent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8027</TotalTime>
  <Words>106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等线</vt:lpstr>
      <vt:lpstr>黑体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    自来水厂 （麦子多维数据分析平台）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1139</cp:revision>
  <cp:lastPrinted>2017-11-27T05:08:00Z</cp:lastPrinted>
  <dcterms:created xsi:type="dcterms:W3CDTF">2017-05-03T04:04:00Z</dcterms:created>
  <dcterms:modified xsi:type="dcterms:W3CDTF">2019-02-18T08:38:10Z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