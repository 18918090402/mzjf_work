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2019/4/8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7652657" cy="482600"/>
          </a:xfrm>
        </p:spPr>
        <p:txBody>
          <a:bodyPr/>
          <a:lstStyle/>
          <a:p>
            <a:r>
              <a:rPr lang="zh-CN" altLang="en-US" dirty="0" smtClean="0"/>
              <a:t>    自来水厂 </a:t>
            </a:r>
            <a:r>
              <a:rPr lang="zh-CN" altLang="en-US" sz="2000" dirty="0" smtClean="0"/>
              <a:t>（麦子多维数据分析平台）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653803" y="1272257"/>
            <a:ext cx="6780568" cy="10233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60300" y="1169201"/>
            <a:ext cx="1650264" cy="399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949343" y="1720921"/>
            <a:ext cx="6028981" cy="389339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公司所有业务日常运营，及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数据分析的精准易用平台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53803" y="2728117"/>
            <a:ext cx="6780568" cy="240558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0299" y="262833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当前进度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1949343" y="3099421"/>
            <a:ext cx="6506799" cy="389339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资产中心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基础数据的开发工作已经完成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75574" y="5499462"/>
            <a:ext cx="6780568" cy="1358537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82070" y="540111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计划安排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1971114" y="5885259"/>
            <a:ext cx="6463257" cy="70942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计划创建资产中心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多维分析模型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计划开发资金中心用户画像数据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627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Fallback>
  </mc:AlternateContent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8308</TotalTime>
  <Words>53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    自来水厂 （麦子多维数据分析平台）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1158</cp:revision>
  <cp:lastPrinted>2017-11-27T05:08:00Z</cp:lastPrinted>
  <dcterms:created xsi:type="dcterms:W3CDTF">2017-05-03T04:04:00Z</dcterms:created>
  <dcterms:modified xsi:type="dcterms:W3CDTF">2019-04-08T01:27:34Z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