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458" r:id="rId2"/>
  </p:sldIdLst>
  <p:sldSz cx="12192000" cy="6858000"/>
  <p:notesSz cx="6858000" cy="994727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8931D"/>
    <a:srgbClr val="70AD47"/>
    <a:srgbClr val="FAAF54"/>
    <a:srgbClr val="FCD09A"/>
    <a:srgbClr val="CA6F06"/>
    <a:srgbClr val="D6892D"/>
    <a:srgbClr val="D6BA80"/>
    <a:srgbClr val="F9F1E5"/>
    <a:srgbClr val="FCDCCC"/>
    <a:srgbClr val="FEEE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0A15C55-8517-42AA-B614-E9B94910E393}" styleName="中度样式 2 - 强调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中度样式 2 - 强调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69012ECD-51FC-41F1-AA8D-1B2483CD663E}" styleName="浅色样式 2 - 强调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745" autoAdjust="0"/>
    <p:restoredTop sz="64717" autoAdjust="0"/>
  </p:normalViewPr>
  <p:slideViewPr>
    <p:cSldViewPr snapToGrid="0">
      <p:cViewPr varScale="1">
        <p:scale>
          <a:sx n="73" d="100"/>
          <a:sy n="73" d="100"/>
        </p:scale>
        <p:origin x="714" y="7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51" d="100"/>
          <a:sy n="51" d="100"/>
        </p:scale>
        <p:origin x="2624" y="3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99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99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872352-F581-4AD1-A80D-F9B4F521670A}" type="datetimeFigureOut">
              <a:rPr lang="zh-CN" altLang="en-US" smtClean="0"/>
              <a:t>2019/4/16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44500" y="1243013"/>
            <a:ext cx="5969000" cy="33575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787126"/>
            <a:ext cx="5486400" cy="391674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448185"/>
            <a:ext cx="2971800" cy="499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9448185"/>
            <a:ext cx="2971800" cy="499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0327B8B-008C-46E6-9437-9D1EB543BB7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059923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图片 8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411"/>
          <a:stretch>
            <a:fillRect/>
          </a:stretch>
        </p:blipFill>
        <p:spPr bwMode="auto">
          <a:xfrm>
            <a:off x="2491726" y="0"/>
            <a:ext cx="9700274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51" name="KSO_BT1"/>
          <p:cNvSpPr>
            <a:spLocks noGrp="1" noChangeArrowheads="1"/>
          </p:cNvSpPr>
          <p:nvPr>
            <p:ph type="ctrTitle"/>
          </p:nvPr>
        </p:nvSpPr>
        <p:spPr bwMode="auto">
          <a:xfrm>
            <a:off x="220605" y="2130425"/>
            <a:ext cx="6683222" cy="1543050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ctr">
              <a:defRPr sz="4200"/>
            </a:lvl1pPr>
          </a:lstStyle>
          <a:p>
            <a:pPr lvl="0"/>
            <a:r>
              <a:rPr lang="zh-CN" altLang="en-US" noProof="0"/>
              <a:t>单击此处编辑母版标题样式</a:t>
            </a:r>
            <a:endParaRPr lang="zh-CN" noProof="0"/>
          </a:p>
        </p:txBody>
      </p:sp>
      <p:sp>
        <p:nvSpPr>
          <p:cNvPr id="2052" name="KSO_FD"/>
          <p:cNvSpPr>
            <a:spLocks noGrp="1" noChangeArrowheads="1"/>
          </p:cNvSpPr>
          <p:nvPr>
            <p:ph type="dt" sz="half" idx="2"/>
          </p:nvPr>
        </p:nvSpPr>
        <p:spPr>
          <a:xfrm>
            <a:off x="609441" y="6245225"/>
            <a:ext cx="2845647" cy="476250"/>
          </a:xfrm>
        </p:spPr>
        <p:txBody>
          <a:bodyPr/>
          <a:lstStyle>
            <a:lvl1pPr>
              <a:defRPr/>
            </a:lvl1pPr>
          </a:lstStyle>
          <a:p>
            <a:fld id="{319E4F87-775F-44FA-8904-79E048AA9300}" type="datetimeFigureOut">
              <a:rPr lang="zh-CN" altLang="en-US" smtClean="0"/>
              <a:t>2019/4/16</a:t>
            </a:fld>
            <a:endParaRPr lang="zh-CN" altLang="en-US"/>
          </a:p>
        </p:txBody>
      </p:sp>
      <p:sp>
        <p:nvSpPr>
          <p:cNvPr id="2053" name="KSO_FT"/>
          <p:cNvSpPr>
            <a:spLocks noGrp="1" noChangeArrowheads="1"/>
          </p:cNvSpPr>
          <p:nvPr>
            <p:ph type="ftr" sz="quarter" idx="3"/>
          </p:nvPr>
        </p:nvSpPr>
        <p:spPr>
          <a:xfrm>
            <a:off x="4166103" y="6245225"/>
            <a:ext cx="3859795" cy="476250"/>
          </a:xfrm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2054" name="KSO_FN"/>
          <p:cNvSpPr>
            <a:spLocks noGrp="1" noChangeArrowheads="1"/>
          </p:cNvSpPr>
          <p:nvPr>
            <p:ph type="sldNum" sz="quarter" idx="4"/>
          </p:nvPr>
        </p:nvSpPr>
        <p:spPr>
          <a:xfrm>
            <a:off x="8736913" y="6245225"/>
            <a:ext cx="2845646" cy="476250"/>
          </a:xfrm>
        </p:spPr>
        <p:txBody>
          <a:bodyPr/>
          <a:lstStyle>
            <a:lvl1pPr>
              <a:defRPr/>
            </a:lvl1pPr>
          </a:lstStyle>
          <a:p>
            <a:fld id="{AE621BDF-E870-45DD-8F0F-0B08D2A07A0C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055" name="KSO_BC1"/>
          <p:cNvSpPr>
            <a:spLocks noGrp="1" noChangeArrowheads="1"/>
          </p:cNvSpPr>
          <p:nvPr>
            <p:ph type="subTitle" idx="1" hasCustomPrompt="1"/>
          </p:nvPr>
        </p:nvSpPr>
        <p:spPr bwMode="auto">
          <a:xfrm>
            <a:off x="261870" y="3770313"/>
            <a:ext cx="6638783" cy="606425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0" indent="0" algn="ctr">
              <a:buFont typeface="Wingdings 2" panose="05020102010507070707" pitchFamily="18" charset="2"/>
              <a:buNone/>
              <a:defRPr sz="1800"/>
            </a:lvl1pPr>
          </a:lstStyle>
          <a:p>
            <a:pPr lvl="0"/>
            <a:r>
              <a:rPr lang="zh-CN" altLang="en-US" noProof="0"/>
              <a:t>单击以编辑母版副标题样式</a:t>
            </a:r>
            <a:endParaRPr lang="zh-CN" noProof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4826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9E4F87-775F-44FA-8904-79E048AA9300}" type="datetimeFigureOut">
              <a:rPr lang="zh-CN" altLang="en-US" smtClean="0"/>
              <a:t>2019/4/16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21BDF-E870-45DD-8F0F-0B08D2A07A0C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838200" y="1085850"/>
            <a:ext cx="10820400" cy="5048250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 marL="730250" indent="-285750">
              <a:spcBef>
                <a:spcPts val="0"/>
              </a:spcBef>
              <a:spcAft>
                <a:spcPts val="600"/>
              </a:spcAft>
              <a:buClr>
                <a:srgbClr val="D6892D"/>
              </a:buClr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spcBef>
                <a:spcPts val="0"/>
              </a:spcBef>
              <a:spcAft>
                <a:spcPts val="600"/>
              </a:spcAft>
              <a:defRPr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spcBef>
                <a:spcPts val="0"/>
              </a:spcBef>
              <a:spcAft>
                <a:spcPts val="600"/>
              </a:spcAft>
              <a:defRPr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</a:lstStyle>
          <a:p>
            <a:pPr lvl="0"/>
            <a:r>
              <a:rPr lang="zh-CN" altLang="en-US" dirty="0"/>
              <a:t>单击此处编辑母版文本样式</a:t>
            </a:r>
            <a:endParaRPr lang="en-US" altLang="zh-CN" dirty="0"/>
          </a:p>
          <a:p>
            <a:pPr lvl="1"/>
            <a:r>
              <a:rPr lang="zh-CN" altLang="en-US" dirty="0"/>
              <a:t>第一级</a:t>
            </a:r>
            <a:endParaRPr lang="en-US" altLang="zh-CN" dirty="0"/>
          </a:p>
          <a:p>
            <a:pPr lvl="2"/>
            <a:r>
              <a:rPr lang="zh-CN" altLang="en-US" dirty="0"/>
              <a:t>第二级</a:t>
            </a:r>
            <a:endParaRPr lang="en-US" altLang="zh-CN" dirty="0"/>
          </a:p>
          <a:p>
            <a:pPr lvl="3"/>
            <a:r>
              <a:rPr lang="zh-CN" altLang="en-US" dirty="0"/>
              <a:t>第三极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7982" y="400692"/>
            <a:ext cx="10516036" cy="595901"/>
          </a:xfrm>
          <a:prstGeom prst="rect">
            <a:avLst/>
          </a:prstGeom>
        </p:spPr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837982" y="1243173"/>
            <a:ext cx="10516036" cy="4933790"/>
          </a:xfrm>
          <a:prstGeom prst="rect">
            <a:avLst/>
          </a:prstGeom>
        </p:spPr>
        <p:txBody>
          <a:bodyPr/>
          <a:lstStyle>
            <a:lvl1pPr>
              <a:defRPr lang="zh-CN" altLang="en-US" sz="2000" b="1" kern="1200" dirty="0" smtClean="0">
                <a:solidFill>
                  <a:srgbClr val="CA6F0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1142365" indent="-228600">
              <a:buClr>
                <a:srgbClr val="D6BA80"/>
              </a:buClr>
              <a:buFont typeface="Wingdings" panose="05000000000000000000" pitchFamily="2" charset="2"/>
              <a:buChar char="l"/>
              <a:defRPr/>
            </a:lvl2pPr>
            <a:lvl3pPr marL="447675" indent="-227330">
              <a:defRPr lang="zh-CN" altLang="en-US" sz="2000" b="0" kern="1200" dirty="0" smtClean="0">
                <a:solidFill>
                  <a:schemeClr val="tx1"/>
                </a:solidFill>
                <a:latin typeface="Calibri" panose="020F0502020204030204" pitchFamily="34" charset="0"/>
                <a:ea typeface="幼圆" panose="02010509060101010101" pitchFamily="49" charset="-122"/>
                <a:cs typeface="+mn-cs"/>
              </a:defRPr>
            </a:lvl3pPr>
            <a:lvl4pPr marL="714375" indent="-227330">
              <a:defRPr/>
            </a:lvl4pPr>
            <a:lvl5pPr marL="990600" indent="-227330">
              <a:defRPr/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19E4F87-775F-44FA-8904-79E048AA9300}" type="datetimeFigureOut">
              <a:rPr lang="zh-CN" altLang="en-US" smtClean="0"/>
              <a:t>2019/4/16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E621BDF-E870-45DD-8F0F-0B08D2A07A0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634" y="1709739"/>
            <a:ext cx="10516036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634" y="4589464"/>
            <a:ext cx="10516036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0965" indent="0">
              <a:buNone/>
              <a:defRPr sz="1600"/>
            </a:lvl4pPr>
            <a:lvl5pPr marL="1828165" indent="0">
              <a:buNone/>
              <a:defRPr sz="1600"/>
            </a:lvl5pPr>
            <a:lvl6pPr marL="2285365" indent="0">
              <a:buNone/>
              <a:defRPr sz="1600"/>
            </a:lvl6pPr>
            <a:lvl7pPr marL="2742565" indent="0">
              <a:buNone/>
              <a:defRPr sz="1600"/>
            </a:lvl7pPr>
            <a:lvl8pPr marL="3199130" indent="0">
              <a:buNone/>
              <a:defRPr sz="1600"/>
            </a:lvl8pPr>
            <a:lvl9pPr marL="3656330" indent="0">
              <a:buNone/>
              <a:defRPr sz="16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19E4F87-775F-44FA-8904-79E048AA9300}" type="datetimeFigureOut">
              <a:rPr lang="zh-CN" altLang="en-US" smtClean="0"/>
              <a:t>2019/4/16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E621BDF-E870-45DD-8F0F-0B08D2A07A0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7982" y="365126"/>
            <a:ext cx="10516036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7982" y="1825625"/>
            <a:ext cx="5181839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181" y="1825625"/>
            <a:ext cx="5181838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19E4F87-775F-44FA-8904-79E048AA9300}" type="datetimeFigureOut">
              <a:rPr lang="zh-CN" altLang="en-US" smtClean="0"/>
              <a:t>2019/4/16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E621BDF-E870-45DD-8F0F-0B08D2A07A0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570" y="365126"/>
            <a:ext cx="10516036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570" y="1681163"/>
            <a:ext cx="5158032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0965" indent="0">
              <a:buNone/>
              <a:defRPr sz="1600" b="1"/>
            </a:lvl4pPr>
            <a:lvl5pPr marL="1828165" indent="0">
              <a:buNone/>
              <a:defRPr sz="1600" b="1"/>
            </a:lvl5pPr>
            <a:lvl6pPr marL="2285365" indent="0">
              <a:buNone/>
              <a:defRPr sz="1600" b="1"/>
            </a:lvl6pPr>
            <a:lvl7pPr marL="2742565" indent="0">
              <a:buNone/>
              <a:defRPr sz="1600" b="1"/>
            </a:lvl7pPr>
            <a:lvl8pPr marL="3199130" indent="0">
              <a:buNone/>
              <a:defRPr sz="1600" b="1"/>
            </a:lvl8pPr>
            <a:lvl9pPr marL="365633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570" y="2505075"/>
            <a:ext cx="5158032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181" y="1681163"/>
            <a:ext cx="5183425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0965" indent="0">
              <a:buNone/>
              <a:defRPr sz="1600" b="1"/>
            </a:lvl4pPr>
            <a:lvl5pPr marL="1828165" indent="0">
              <a:buNone/>
              <a:defRPr sz="1600" b="1"/>
            </a:lvl5pPr>
            <a:lvl6pPr marL="2285365" indent="0">
              <a:buNone/>
              <a:defRPr sz="1600" b="1"/>
            </a:lvl6pPr>
            <a:lvl7pPr marL="2742565" indent="0">
              <a:buNone/>
              <a:defRPr sz="1600" b="1"/>
            </a:lvl7pPr>
            <a:lvl8pPr marL="3199130" indent="0">
              <a:buNone/>
              <a:defRPr sz="1600" b="1"/>
            </a:lvl8pPr>
            <a:lvl9pPr marL="365633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181" y="2505075"/>
            <a:ext cx="5183425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19E4F87-775F-44FA-8904-79E048AA9300}" type="datetimeFigureOut">
              <a:rPr lang="zh-CN" altLang="en-US" smtClean="0"/>
              <a:t>2019/4/16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E621BDF-E870-45DD-8F0F-0B08D2A07A0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7982" y="365126"/>
            <a:ext cx="10516036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19E4F87-775F-44FA-8904-79E048AA9300}" type="datetimeFigureOut">
              <a:rPr lang="zh-CN" altLang="en-US" smtClean="0"/>
              <a:t>2019/4/16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E621BDF-E870-45DD-8F0F-0B08D2A07A0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19E4F87-775F-44FA-8904-79E048AA9300}" type="datetimeFigureOut">
              <a:rPr lang="zh-CN" altLang="en-US" smtClean="0"/>
              <a:t>2019/4/16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E621BDF-E870-45DD-8F0F-0B08D2A07A0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570" y="457200"/>
            <a:ext cx="3932801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425" y="987426"/>
            <a:ext cx="6172181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570" y="2057400"/>
            <a:ext cx="3932801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0965" indent="0">
              <a:buNone/>
              <a:defRPr sz="1000"/>
            </a:lvl4pPr>
            <a:lvl5pPr marL="1828165" indent="0">
              <a:buNone/>
              <a:defRPr sz="1000"/>
            </a:lvl5pPr>
            <a:lvl6pPr marL="2285365" indent="0">
              <a:buNone/>
              <a:defRPr sz="1000"/>
            </a:lvl6pPr>
            <a:lvl7pPr marL="2742565" indent="0">
              <a:buNone/>
              <a:defRPr sz="1000"/>
            </a:lvl7pPr>
            <a:lvl8pPr marL="3199130" indent="0">
              <a:buNone/>
              <a:defRPr sz="1000"/>
            </a:lvl8pPr>
            <a:lvl9pPr marL="365633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19E4F87-775F-44FA-8904-79E048AA9300}" type="datetimeFigureOut">
              <a:rPr lang="zh-CN" altLang="en-US" smtClean="0"/>
              <a:t>2019/4/16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E621BDF-E870-45DD-8F0F-0B08D2A07A0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570" y="457200"/>
            <a:ext cx="3932801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425" y="987426"/>
            <a:ext cx="6172181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0965" indent="0">
              <a:buNone/>
              <a:defRPr sz="2000"/>
            </a:lvl4pPr>
            <a:lvl5pPr marL="1828165" indent="0">
              <a:buNone/>
              <a:defRPr sz="2000"/>
            </a:lvl5pPr>
            <a:lvl6pPr marL="2285365" indent="0">
              <a:buNone/>
              <a:defRPr sz="2000"/>
            </a:lvl6pPr>
            <a:lvl7pPr marL="2742565" indent="0">
              <a:buNone/>
              <a:defRPr sz="2000"/>
            </a:lvl7pPr>
            <a:lvl8pPr marL="3199130" indent="0">
              <a:buNone/>
              <a:defRPr sz="2000"/>
            </a:lvl8pPr>
            <a:lvl9pPr marL="365633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570" y="2057400"/>
            <a:ext cx="3932801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0965" indent="0">
              <a:buNone/>
              <a:defRPr sz="1000"/>
            </a:lvl4pPr>
            <a:lvl5pPr marL="1828165" indent="0">
              <a:buNone/>
              <a:defRPr sz="1000"/>
            </a:lvl5pPr>
            <a:lvl6pPr marL="2285365" indent="0">
              <a:buNone/>
              <a:defRPr sz="1000"/>
            </a:lvl6pPr>
            <a:lvl7pPr marL="2742565" indent="0">
              <a:buNone/>
              <a:defRPr sz="1000"/>
            </a:lvl7pPr>
            <a:lvl8pPr marL="3199130" indent="0">
              <a:buNone/>
              <a:defRPr sz="1000"/>
            </a:lvl8pPr>
            <a:lvl9pPr marL="365633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19E4F87-775F-44FA-8904-79E048AA9300}" type="datetimeFigureOut">
              <a:rPr lang="zh-CN" altLang="en-US" smtClean="0"/>
              <a:t>2019/4/16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E621BDF-E870-45DD-8F0F-0B08D2A07A0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7982" y="365126"/>
            <a:ext cx="10516036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7982" y="1825625"/>
            <a:ext cx="10516036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19E4F87-775F-44FA-8904-79E048AA9300}" type="datetimeFigureOut">
              <a:rPr lang="zh-CN" altLang="en-US" smtClean="0"/>
              <a:t>2019/4/16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E621BDF-E870-45DD-8F0F-0B08D2A07A0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5802" y="365125"/>
            <a:ext cx="2628216" cy="5811838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7982" y="365125"/>
            <a:ext cx="7735461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19E4F87-775F-44FA-8904-79E048AA9300}" type="datetimeFigureOut">
              <a:rPr lang="zh-CN" altLang="en-US" smtClean="0"/>
              <a:t>2019/4/16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E621BDF-E870-45DD-8F0F-0B08D2A07A0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7982" y="365126"/>
            <a:ext cx="10516036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表格占位符 2"/>
          <p:cNvSpPr>
            <a:spLocks noGrp="1"/>
          </p:cNvSpPr>
          <p:nvPr>
            <p:ph type="tbl" idx="1" hasCustomPrompt="1"/>
          </p:nvPr>
        </p:nvSpPr>
        <p:spPr>
          <a:xfrm>
            <a:off x="837982" y="1825625"/>
            <a:ext cx="10516036" cy="4351338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单击图标添加表格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7982" y="6356351"/>
            <a:ext cx="2744073" cy="365125"/>
          </a:xfrm>
        </p:spPr>
        <p:txBody>
          <a:bodyPr/>
          <a:lstStyle>
            <a:lvl1pPr>
              <a:defRPr/>
            </a:lvl1pPr>
          </a:lstStyle>
          <a:p>
            <a:fld id="{319E4F87-775F-44FA-8904-79E048AA9300}" type="datetimeFigureOut">
              <a:rPr lang="zh-CN" altLang="en-US" smtClean="0"/>
              <a:t>2019/4/16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9136" y="6356351"/>
            <a:ext cx="4113729" cy="365125"/>
          </a:xfrm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09947" y="6356351"/>
            <a:ext cx="2744072" cy="365125"/>
          </a:xfrm>
        </p:spPr>
        <p:txBody>
          <a:bodyPr/>
          <a:lstStyle>
            <a:lvl1pPr>
              <a:defRPr/>
            </a:lvl1pPr>
          </a:lstStyle>
          <a:p>
            <a:fld id="{AE621BDF-E870-45DD-8F0F-0B08D2A07A0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图片 6"/>
          <p:cNvPicPr>
            <a:picLocks noChangeAspect="1" noChangeArrowheads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961" t="8221" b="26117"/>
          <a:stretch>
            <a:fillRect/>
          </a:stretch>
        </p:blipFill>
        <p:spPr bwMode="auto">
          <a:xfrm>
            <a:off x="-26981" y="-20638"/>
            <a:ext cx="12217394" cy="6878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矩形 7"/>
          <p:cNvSpPr>
            <a:spLocks noChangeArrowheads="1"/>
          </p:cNvSpPr>
          <p:nvPr/>
        </p:nvSpPr>
        <p:spPr bwMode="auto">
          <a:xfrm>
            <a:off x="1587" y="-20638"/>
            <a:ext cx="12190413" cy="6878638"/>
          </a:xfrm>
          <a:prstGeom prst="rect">
            <a:avLst/>
          </a:prstGeom>
          <a:solidFill>
            <a:srgbClr val="FFFFFF">
              <a:alpha val="87000"/>
            </a:srgbClr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endParaRPr lang="zh-CN" altLang="en-US" sz="1800">
              <a:solidFill>
                <a:srgbClr val="FFFFFF"/>
              </a:solidFill>
              <a:latin typeface="Calibri" panose="020F0502020204030204" pitchFamily="34" charset="0"/>
              <a:ea typeface="幼圆" panose="02010509060101010101" pitchFamily="49" charset="-122"/>
            </a:endParaRPr>
          </a:p>
        </p:txBody>
      </p:sp>
      <p:sp>
        <p:nvSpPr>
          <p:cNvPr id="1028" name="KSO_FD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837982" y="6356351"/>
            <a:ext cx="2744073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 sz="1200">
                <a:solidFill>
                  <a:srgbClr val="898989"/>
                </a:solidFill>
              </a:defRPr>
            </a:lvl1pPr>
          </a:lstStyle>
          <a:p>
            <a:fld id="{319E4F87-775F-44FA-8904-79E048AA9300}" type="datetimeFigureOut">
              <a:rPr lang="zh-CN" altLang="en-US" smtClean="0"/>
              <a:t>2019/4/16</a:t>
            </a:fld>
            <a:endParaRPr lang="zh-CN" altLang="en-US"/>
          </a:p>
        </p:txBody>
      </p:sp>
      <p:sp>
        <p:nvSpPr>
          <p:cNvPr id="1029" name="KSO_FT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039136" y="6356351"/>
            <a:ext cx="4113729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ctr">
              <a:defRPr sz="1200">
                <a:solidFill>
                  <a:srgbClr val="898989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030" name="KSO_FN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609947" y="6356351"/>
            <a:ext cx="2744072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r">
              <a:defRPr sz="1200">
                <a:solidFill>
                  <a:srgbClr val="898989"/>
                </a:solidFill>
              </a:defRPr>
            </a:lvl1pPr>
          </a:lstStyle>
          <a:p>
            <a:fld id="{AE621BDF-E870-45DD-8F0F-0B08D2A07A0C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2" name="图片 1"/>
          <p:cNvPicPr>
            <a:picLocks noChangeAspect="1"/>
          </p:cNvPicPr>
          <p:nvPr userDrawn="1"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4397" y="-274845"/>
            <a:ext cx="1896176" cy="1896176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txStyles>
    <p:titleStyle>
      <a:lvl1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 kern="1200">
          <a:solidFill>
            <a:srgbClr val="CA6F06"/>
          </a:solidFill>
          <a:latin typeface="+mj-lt"/>
          <a:ea typeface="+mj-ea"/>
          <a:cs typeface="+mj-cs"/>
        </a:defRPr>
      </a:lvl1pPr>
      <a:lvl2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CA6F06"/>
          </a:solidFill>
          <a:latin typeface="Arial Black" panose="020B0A04020102020204" pitchFamily="34" charset="0"/>
          <a:ea typeface="微软雅黑" panose="020B0503020204020204" pitchFamily="34" charset="-122"/>
        </a:defRPr>
      </a:lvl2pPr>
      <a:lvl3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CA6F06"/>
          </a:solidFill>
          <a:latin typeface="Arial Black" panose="020B0A04020102020204" pitchFamily="34" charset="0"/>
          <a:ea typeface="微软雅黑" panose="020B0503020204020204" pitchFamily="34" charset="-122"/>
        </a:defRPr>
      </a:lvl3pPr>
      <a:lvl4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CA6F06"/>
          </a:solidFill>
          <a:latin typeface="Arial Black" panose="020B0A04020102020204" pitchFamily="34" charset="0"/>
          <a:ea typeface="微软雅黑" panose="020B0503020204020204" pitchFamily="34" charset="-122"/>
        </a:defRPr>
      </a:lvl4pPr>
      <a:lvl5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CA6F06"/>
          </a:solidFill>
          <a:latin typeface="Arial Black" panose="020B0A04020102020204" pitchFamily="34" charset="0"/>
          <a:ea typeface="微软雅黑" panose="020B0503020204020204" pitchFamily="34" charset="-122"/>
        </a:defRPr>
      </a:lvl5pPr>
      <a:lvl6pPr marL="4572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CA6F06"/>
          </a:solidFill>
          <a:latin typeface="Arial Black" panose="020B0A04020102020204" pitchFamily="34" charset="0"/>
          <a:ea typeface="微软雅黑" panose="020B0503020204020204" pitchFamily="34" charset="-122"/>
        </a:defRPr>
      </a:lvl6pPr>
      <a:lvl7pPr marL="9144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CA6F06"/>
          </a:solidFill>
          <a:latin typeface="Arial Black" panose="020B0A04020102020204" pitchFamily="34" charset="0"/>
          <a:ea typeface="微软雅黑" panose="020B0503020204020204" pitchFamily="34" charset="-122"/>
        </a:defRPr>
      </a:lvl7pPr>
      <a:lvl8pPr marL="1370965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CA6F06"/>
          </a:solidFill>
          <a:latin typeface="Arial Black" panose="020B0A04020102020204" pitchFamily="34" charset="0"/>
          <a:ea typeface="微软雅黑" panose="020B0503020204020204" pitchFamily="34" charset="-122"/>
        </a:defRPr>
      </a:lvl8pPr>
      <a:lvl9pPr marL="1828165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CA6F06"/>
          </a:solidFill>
          <a:latin typeface="Arial Black" panose="020B0A04020102020204" pitchFamily="34" charset="0"/>
          <a:ea typeface="微软雅黑" panose="020B0503020204020204" pitchFamily="34" charset="-122"/>
        </a:defRPr>
      </a:lvl9pPr>
    </p:titleStyle>
    <p:bodyStyle>
      <a:lvl1pPr marL="356870" indent="-356870" algn="just" rtl="0" eaLnBrk="1" fontAlgn="base" hangingPunct="1">
        <a:lnSpc>
          <a:spcPct val="110000"/>
        </a:lnSpc>
        <a:spcBef>
          <a:spcPts val="1800"/>
        </a:spcBef>
        <a:spcAft>
          <a:spcPct val="0"/>
        </a:spcAft>
        <a:buClr>
          <a:schemeClr val="accent1"/>
        </a:buClr>
        <a:buSzPct val="80000"/>
        <a:buFont typeface="Wingdings 2" panose="05020102010507070707" pitchFamily="18" charset="2"/>
        <a:buChar char=""/>
        <a:defRPr sz="2000" kern="1200">
          <a:solidFill>
            <a:srgbClr val="A06A29"/>
          </a:solidFill>
          <a:latin typeface="+mn-lt"/>
          <a:ea typeface="+mn-ea"/>
          <a:cs typeface="+mn-cs"/>
        </a:defRPr>
      </a:lvl1pPr>
      <a:lvl2pPr marL="356870" indent="-356870" algn="l" rtl="0" eaLnBrk="1" fontAlgn="base" hangingPunct="1">
        <a:lnSpc>
          <a:spcPct val="130000"/>
        </a:lnSpc>
        <a:spcBef>
          <a:spcPct val="0"/>
        </a:spcBef>
        <a:spcAft>
          <a:spcPts val="600"/>
        </a:spcAft>
        <a:buClr>
          <a:srgbClr val="FFDF6B"/>
        </a:buClr>
        <a:buFont typeface="幼圆" panose="02010509060101010101" pitchFamily="49" charset="-122"/>
        <a:buChar char=" "/>
        <a:defRPr sz="1600" kern="1200">
          <a:solidFill>
            <a:srgbClr val="626262"/>
          </a:solidFill>
          <a:latin typeface="幼圆" panose="02010509060101010101" pitchFamily="49" charset="-122"/>
          <a:ea typeface="幼圆" panose="02010509060101010101" pitchFamily="49" charset="-122"/>
          <a:cs typeface="+mn-cs"/>
        </a:defRPr>
      </a:lvl2pPr>
      <a:lvl3pPr marL="1142365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Calibri" panose="020F0502020204030204" pitchFamily="34" charset="0"/>
          <a:ea typeface="幼圆" panose="02010509060101010101" pitchFamily="49" charset="-122"/>
          <a:cs typeface="+mn-cs"/>
        </a:defRPr>
      </a:lvl3pPr>
      <a:lvl4pPr marL="1599565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Calibri" panose="020F0502020204030204" pitchFamily="34" charset="0"/>
          <a:ea typeface="幼圆" panose="02010509060101010101" pitchFamily="49" charset="-122"/>
          <a:cs typeface="+mn-cs"/>
        </a:defRPr>
      </a:lvl4pPr>
      <a:lvl5pPr marL="2056765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Calibri" panose="020F0502020204030204" pitchFamily="34" charset="0"/>
          <a:ea typeface="幼圆" panose="02010509060101010101" pitchFamily="49" charset="-122"/>
          <a:cs typeface="+mn-cs"/>
        </a:defRPr>
      </a:lvl5pPr>
      <a:lvl6pPr marL="2513965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165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773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493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0965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165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365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565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13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33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199" y="365126"/>
            <a:ext cx="7652657" cy="482600"/>
          </a:xfrm>
        </p:spPr>
        <p:txBody>
          <a:bodyPr/>
          <a:lstStyle/>
          <a:p>
            <a:r>
              <a:rPr lang="zh-CN" altLang="en-US" dirty="0" smtClean="0"/>
              <a:t>    自来水厂 </a:t>
            </a:r>
            <a:r>
              <a:rPr lang="zh-CN" altLang="en-US" sz="2000" dirty="0" smtClean="0"/>
              <a:t>（麦子多维数据分析平台）</a:t>
            </a:r>
            <a:endParaRPr lang="zh-CN" altLang="en-US" sz="2400" dirty="0"/>
          </a:p>
        </p:txBody>
      </p:sp>
      <p:sp>
        <p:nvSpPr>
          <p:cNvPr id="4" name="矩形 3"/>
          <p:cNvSpPr/>
          <p:nvPr/>
        </p:nvSpPr>
        <p:spPr>
          <a:xfrm>
            <a:off x="1653803" y="1272257"/>
            <a:ext cx="6780568" cy="1023384"/>
          </a:xfrm>
          <a:prstGeom prst="rect">
            <a:avLst/>
          </a:prstGeom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lIns="68584" tIns="34291" rIns="68584" bIns="34291"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2460300" y="1169201"/>
            <a:ext cx="1650264" cy="39936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4" tIns="34291" rIns="68584" bIns="34291" rtlCol="0" anchor="ctr"/>
          <a:lstStyle/>
          <a:p>
            <a:pPr algn="ctr"/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项目目标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TextBox 33"/>
          <p:cNvSpPr txBox="1"/>
          <p:nvPr/>
        </p:nvSpPr>
        <p:spPr>
          <a:xfrm>
            <a:off x="1949343" y="1720921"/>
            <a:ext cx="6028981" cy="389339"/>
          </a:xfrm>
          <a:prstGeom prst="rect">
            <a:avLst/>
          </a:prstGeom>
          <a:noFill/>
        </p:spPr>
        <p:txBody>
          <a:bodyPr wrap="square" lIns="68584" tIns="34291" rIns="68584" bIns="34291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公司所有业务日常运营，及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数据分析的精准易用平台</a:t>
            </a:r>
            <a:endParaRPr lang="en-US" altLang="zh-CN" sz="16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1653803" y="2728117"/>
            <a:ext cx="6780568" cy="2405586"/>
          </a:xfrm>
          <a:prstGeom prst="rect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lIns="68584" tIns="34291" rIns="68584" bIns="34291"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2460299" y="2628332"/>
            <a:ext cx="1650265" cy="36310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4" tIns="34291" rIns="68584" bIns="34291" rtlCol="0" anchor="ctr"/>
          <a:lstStyle/>
          <a:p>
            <a:pPr algn="ctr"/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当前进度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TextBox 36"/>
          <p:cNvSpPr txBox="1"/>
          <p:nvPr/>
        </p:nvSpPr>
        <p:spPr>
          <a:xfrm>
            <a:off x="1949343" y="3099421"/>
            <a:ext cx="6506799" cy="709427"/>
          </a:xfrm>
          <a:prstGeom prst="rect">
            <a:avLst/>
          </a:prstGeom>
          <a:noFill/>
        </p:spPr>
        <p:txBody>
          <a:bodyPr wrap="square" lIns="68584" tIns="34291" rIns="68584" bIns="34291" rtlCol="0">
            <a:spAutoFit/>
          </a:bodyPr>
          <a:lstStyle/>
          <a:p>
            <a:pPr marL="342900" indent="-342900">
              <a:lnSpc>
                <a:spcPct val="130000"/>
              </a:lnSpc>
              <a:buAutoNum type="arabicPeriod"/>
            </a:pPr>
            <a:r>
              <a:rPr lang="zh-CN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资产中心</a:t>
            </a:r>
            <a:r>
              <a:rPr lang="en-US" altLang="zh-CN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cube</a:t>
            </a:r>
            <a:r>
              <a:rPr lang="zh-CN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基础数据</a:t>
            </a:r>
            <a:r>
              <a:rPr lang="zh-CN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的已经核对完成，</a:t>
            </a:r>
            <a:r>
              <a:rPr lang="en-US" altLang="zh-CN" sz="16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saiku</a:t>
            </a:r>
            <a:r>
              <a:rPr lang="zh-CN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展示正在配置中</a:t>
            </a:r>
            <a:endParaRPr lang="en-US" altLang="zh-CN" sz="16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30000"/>
              </a:lnSpc>
              <a:buAutoNum type="arabicPeriod"/>
            </a:pPr>
            <a:r>
              <a:rPr lang="zh-CN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资金中心</a:t>
            </a:r>
            <a:r>
              <a:rPr lang="en-US" altLang="zh-CN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诺诺用户画像</a:t>
            </a:r>
            <a:r>
              <a:rPr lang="en-US" altLang="zh-CN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V1</a:t>
            </a:r>
            <a:r>
              <a:rPr lang="zh-CN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版完成开发并验证通过</a:t>
            </a:r>
            <a:endParaRPr lang="en-US" altLang="zh-CN" sz="1600" dirty="0" smtClean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1675574" y="5499462"/>
            <a:ext cx="6780568" cy="1358537"/>
          </a:xfrm>
          <a:prstGeom prst="rect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lIns="68584" tIns="34291" rIns="68584" bIns="34291"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2482070" y="5401112"/>
            <a:ext cx="1650265" cy="36310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4" tIns="34291" rIns="68584" bIns="34291" rtlCol="0" anchor="ctr"/>
          <a:lstStyle/>
          <a:p>
            <a:pPr algn="ctr"/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计划安排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TextBox 36"/>
          <p:cNvSpPr txBox="1"/>
          <p:nvPr/>
        </p:nvSpPr>
        <p:spPr>
          <a:xfrm>
            <a:off x="1971114" y="5885259"/>
            <a:ext cx="6463257" cy="709427"/>
          </a:xfrm>
          <a:prstGeom prst="rect">
            <a:avLst/>
          </a:prstGeom>
          <a:noFill/>
        </p:spPr>
        <p:txBody>
          <a:bodyPr wrap="square" lIns="68584" tIns="34291" rIns="68584" bIns="34291" rtlCol="0">
            <a:spAutoFit/>
          </a:bodyPr>
          <a:lstStyle/>
          <a:p>
            <a:pPr marL="342900" indent="-342900">
              <a:lnSpc>
                <a:spcPct val="130000"/>
              </a:lnSpc>
              <a:buAutoNum type="arabicPeriod"/>
            </a:pPr>
            <a:r>
              <a:rPr lang="zh-CN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用户画像标签优化</a:t>
            </a:r>
            <a:endParaRPr lang="en-US" altLang="zh-CN" sz="1600" dirty="0" smtClean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30000"/>
              </a:lnSpc>
              <a:buAutoNum type="arabicPeriod"/>
            </a:pPr>
            <a:r>
              <a:rPr lang="zh-CN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资产中心多维分析模型上线</a:t>
            </a:r>
            <a:endParaRPr lang="en-US" altLang="zh-CN" sz="1600" dirty="0" smtClean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61262785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6" presetClass="entr" presetSubtype="37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barn(outVertical)">
                                          <p:cBhvr>
                                            <p:cTn id="7" dur="500"/>
                                            <p:tgtEl>
                                              <p:spTgt spid="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8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9" presetID="2" presetClass="entr" presetSubtype="1" fill="hold" grpId="0" nodeType="afterEffect" p14:presetBounceEnd="5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11" dur="5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12" dur="5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3" fill="hold">
                                <p:stCondLst>
                                  <p:cond delay="1000"/>
                                </p:stCondLst>
                                <p:childTnLst>
                                  <p:par>
                                    <p:cTn id="14" presetID="22" presetClass="entr" presetSubtype="8" fill="hold" grpId="0" nodeType="after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30000"/>
                                      </p:iterate>
                                      <p:childTnLst>
                                        <p:set>
                                          <p:cBhvr>
                                            <p:cTn id="1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6" dur="100"/>
                                            <p:tgtEl>
                                              <p:spTgt spid="1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" presetID="36" presetClass="emph" presetSubtype="0" fill="hold" grpId="1" nodeType="with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30000"/>
                                      </p:iterate>
                                      <p:childTnLst>
                                        <p:animScale>
                                          <p:cBhvr>
                                            <p:cTn id="18" dur="50" autoRev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</p:cBhvr>
                                          <p:to x="80000" y="100000"/>
                                        </p:animScale>
                                        <p:anim by="(#ppt_w*0.10)" calcmode="lin" valueType="num">
                                          <p:cBhvr>
                                            <p:cTn id="19" dur="50" autoRev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</p:anim>
                                        <p:anim by="(-#ppt_w*0.10)" calcmode="lin" valueType="num">
                                          <p:cBhvr>
                                            <p:cTn id="20" dur="50" autoRev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</p:anim>
                                        <p:animRot by="-480000">
                                          <p:cBhvr>
                                            <p:cTn id="21" dur="50" autoRev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22" fill="hold">
                          <p:stCondLst>
                            <p:cond delay="indefinite"/>
                          </p:stCondLst>
                          <p:childTnLst>
                            <p:par>
                              <p:cTn id="23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24" presetID="16" presetClass="entr" presetSubtype="37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barn(outVertical)">
                                          <p:cBhvr>
                                            <p:cTn id="26" dur="500"/>
                                            <p:tgtEl>
                                              <p:spTgt spid="1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7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28" presetID="2" presetClass="entr" presetSubtype="1" fill="hold" grpId="0" nodeType="afterEffect" p14:presetBounceEnd="5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30" dur="5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31" dur="5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2" fill="hold">
                                <p:stCondLst>
                                  <p:cond delay="1000"/>
                                </p:stCondLst>
                                <p:childTnLst>
                                  <p:par>
                                    <p:cTn id="33" presetID="22" presetClass="entr" presetSubtype="8" fill="hold" grpId="0" nodeType="after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30000"/>
                                      </p:iterate>
                                      <p:childTnLs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35" dur="100"/>
                                            <p:tgtEl>
                                              <p:spTgt spid="1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6" presetID="36" presetClass="emph" presetSubtype="0" fill="hold" grpId="1" nodeType="with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30000"/>
                                      </p:iterate>
                                      <p:childTnLst>
                                        <p:animScale>
                                          <p:cBhvr>
                                            <p:cTn id="37" dur="50" autoRev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</p:cBhvr>
                                          <p:to x="80000" y="100000"/>
                                        </p:animScale>
                                        <p:anim by="(#ppt_w*0.10)" calcmode="lin" valueType="num">
                                          <p:cBhvr>
                                            <p:cTn id="38" dur="50" autoRev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</p:anim>
                                        <p:anim by="(-#ppt_w*0.10)" calcmode="lin" valueType="num">
                                          <p:cBhvr>
                                            <p:cTn id="39" dur="50" autoRev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</p:anim>
                                        <p:animRot by="-480000">
                                          <p:cBhvr>
                                            <p:cTn id="40" dur="50" autoRev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41" fill="hold">
                          <p:stCondLst>
                            <p:cond delay="indefinite"/>
                          </p:stCondLst>
                          <p:childTnLst>
                            <p:par>
                              <p:cTn id="42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43" presetID="16" presetClass="entr" presetSubtype="37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barn(outVertical)">
                                          <p:cBhvr>
                                            <p:cTn id="45" dur="500"/>
                                            <p:tgtEl>
                                              <p:spTgt spid="1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46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47" presetID="2" presetClass="entr" presetSubtype="1" fill="hold" grpId="0" nodeType="afterEffect" p14:presetBounceEnd="5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49" dur="500" fill="hold"/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50" dur="500" fill="hold"/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51" fill="hold">
                                <p:stCondLst>
                                  <p:cond delay="1000"/>
                                </p:stCondLst>
                                <p:childTnLst>
                                  <p:par>
                                    <p:cTn id="52" presetID="22" presetClass="entr" presetSubtype="8" fill="hold" grpId="0" nodeType="after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30000"/>
                                      </p:iterate>
                                      <p:childTnLst>
                                        <p:set>
                                          <p:cBhvr>
                                            <p:cTn id="5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54" dur="100"/>
                                            <p:tgtEl>
                                              <p:spTgt spid="1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5" presetID="36" presetClass="emph" presetSubtype="0" fill="hold" grpId="1" nodeType="with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30000"/>
                                      </p:iterate>
                                      <p:childTnLst>
                                        <p:animScale>
                                          <p:cBhvr>
                                            <p:cTn id="56" dur="50" autoRev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</p:cBhvr>
                                          <p:to x="80000" y="100000"/>
                                        </p:animScale>
                                        <p:anim by="(#ppt_w*0.10)" calcmode="lin" valueType="num">
                                          <p:cBhvr>
                                            <p:cTn id="57" dur="50" autoRev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</p:anim>
                                        <p:anim by="(-#ppt_w*0.10)" calcmode="lin" valueType="num">
                                          <p:cBhvr>
                                            <p:cTn id="58" dur="50" autoRev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</p:anim>
                                        <p:animRot by="-480000">
                                          <p:cBhvr>
                                            <p:cTn id="59" dur="50" autoRev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4" grpId="0" animBg="1"/>
          <p:bldP spid="5" grpId="0" animBg="1"/>
          <p:bldP spid="10" grpId="0"/>
          <p:bldP spid="10" grpId="1"/>
          <p:bldP spid="11" grpId="0" animBg="1"/>
          <p:bldP spid="12" grpId="0" animBg="1"/>
          <p:bldP spid="13" grpId="0"/>
          <p:bldP spid="13" grpId="1"/>
          <p:bldP spid="17" grpId="0" animBg="1"/>
          <p:bldP spid="18" grpId="0" animBg="1"/>
          <p:bldP spid="19" grpId="0"/>
          <p:bldP spid="19" grpId="1"/>
        </p:bldLst>
      </p:timing>
    </mc:Choice>
    <mc:Fallback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6" presetClass="entr" presetSubtype="37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barn(outVertical)">
                                          <p:cBhvr>
                                            <p:cTn id="7" dur="500"/>
                                            <p:tgtEl>
                                              <p:spTgt spid="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8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9" presetID="2" presetClass="entr" presetSubtype="1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5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2" dur="5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3" fill="hold">
                                <p:stCondLst>
                                  <p:cond delay="1000"/>
                                </p:stCondLst>
                                <p:childTnLst>
                                  <p:par>
                                    <p:cTn id="14" presetID="22" presetClass="entr" presetSubtype="8" fill="hold" grpId="0" nodeType="after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30000"/>
                                      </p:iterate>
                                      <p:childTnLst>
                                        <p:set>
                                          <p:cBhvr>
                                            <p:cTn id="1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6" dur="100"/>
                                            <p:tgtEl>
                                              <p:spTgt spid="1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" presetID="36" presetClass="emph" presetSubtype="0" fill="hold" grpId="1" nodeType="with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30000"/>
                                      </p:iterate>
                                      <p:childTnLst>
                                        <p:animScale>
                                          <p:cBhvr>
                                            <p:cTn id="18" dur="50" autoRev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</p:cBhvr>
                                          <p:to x="80000" y="100000"/>
                                        </p:animScale>
                                        <p:anim by="(#ppt_w*0.10)" calcmode="lin" valueType="num">
                                          <p:cBhvr>
                                            <p:cTn id="19" dur="50" autoRev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</p:anim>
                                        <p:anim by="(-#ppt_w*0.10)" calcmode="lin" valueType="num">
                                          <p:cBhvr>
                                            <p:cTn id="20" dur="50" autoRev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</p:anim>
                                        <p:animRot by="-480000">
                                          <p:cBhvr>
                                            <p:cTn id="21" dur="50" autoRev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22" fill="hold">
                          <p:stCondLst>
                            <p:cond delay="indefinite"/>
                          </p:stCondLst>
                          <p:childTnLst>
                            <p:par>
                              <p:cTn id="23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24" presetID="16" presetClass="entr" presetSubtype="37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barn(outVertical)">
                                          <p:cBhvr>
                                            <p:cTn id="26" dur="500"/>
                                            <p:tgtEl>
                                              <p:spTgt spid="1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7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28" presetID="2" presetClass="entr" presetSubtype="1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0" dur="5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1" dur="5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2" fill="hold">
                                <p:stCondLst>
                                  <p:cond delay="1000"/>
                                </p:stCondLst>
                                <p:childTnLst>
                                  <p:par>
                                    <p:cTn id="33" presetID="22" presetClass="entr" presetSubtype="8" fill="hold" grpId="0" nodeType="after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30000"/>
                                      </p:iterate>
                                      <p:childTnLs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35" dur="100"/>
                                            <p:tgtEl>
                                              <p:spTgt spid="1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6" presetID="36" presetClass="emph" presetSubtype="0" fill="hold" grpId="1" nodeType="with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30000"/>
                                      </p:iterate>
                                      <p:childTnLst>
                                        <p:animScale>
                                          <p:cBhvr>
                                            <p:cTn id="37" dur="50" autoRev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</p:cBhvr>
                                          <p:to x="80000" y="100000"/>
                                        </p:animScale>
                                        <p:anim by="(#ppt_w*0.10)" calcmode="lin" valueType="num">
                                          <p:cBhvr>
                                            <p:cTn id="38" dur="50" autoRev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</p:anim>
                                        <p:anim by="(-#ppt_w*0.10)" calcmode="lin" valueType="num">
                                          <p:cBhvr>
                                            <p:cTn id="39" dur="50" autoRev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</p:anim>
                                        <p:animRot by="-480000">
                                          <p:cBhvr>
                                            <p:cTn id="40" dur="50" autoRev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41" fill="hold">
                          <p:stCondLst>
                            <p:cond delay="indefinite"/>
                          </p:stCondLst>
                          <p:childTnLst>
                            <p:par>
                              <p:cTn id="42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43" presetID="16" presetClass="entr" presetSubtype="37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barn(outVertical)">
                                          <p:cBhvr>
                                            <p:cTn id="45" dur="500"/>
                                            <p:tgtEl>
                                              <p:spTgt spid="1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46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47" presetID="2" presetClass="entr" presetSubtype="1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49" dur="500" fill="hold"/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50" dur="500" fill="hold"/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51" fill="hold">
                                <p:stCondLst>
                                  <p:cond delay="1000"/>
                                </p:stCondLst>
                                <p:childTnLst>
                                  <p:par>
                                    <p:cTn id="52" presetID="22" presetClass="entr" presetSubtype="8" fill="hold" grpId="0" nodeType="after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30000"/>
                                      </p:iterate>
                                      <p:childTnLst>
                                        <p:set>
                                          <p:cBhvr>
                                            <p:cTn id="5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54" dur="100"/>
                                            <p:tgtEl>
                                              <p:spTgt spid="1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5" presetID="36" presetClass="emph" presetSubtype="0" fill="hold" grpId="1" nodeType="with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30000"/>
                                      </p:iterate>
                                      <p:childTnLst>
                                        <p:animScale>
                                          <p:cBhvr>
                                            <p:cTn id="56" dur="50" autoRev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</p:cBhvr>
                                          <p:to x="80000" y="100000"/>
                                        </p:animScale>
                                        <p:anim by="(#ppt_w*0.10)" calcmode="lin" valueType="num">
                                          <p:cBhvr>
                                            <p:cTn id="57" dur="50" autoRev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</p:anim>
                                        <p:anim by="(-#ppt_w*0.10)" calcmode="lin" valueType="num">
                                          <p:cBhvr>
                                            <p:cTn id="58" dur="50" autoRev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</p:anim>
                                        <p:animRot by="-480000">
                                          <p:cBhvr>
                                            <p:cTn id="59" dur="50" autoRev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4" grpId="0" animBg="1"/>
          <p:bldP spid="5" grpId="0" animBg="1"/>
          <p:bldP spid="10" grpId="0"/>
          <p:bldP spid="10" grpId="1"/>
          <p:bldP spid="11" grpId="0" animBg="1"/>
          <p:bldP spid="12" grpId="0" animBg="1"/>
          <p:bldP spid="13" grpId="0"/>
          <p:bldP spid="13" grpId="1"/>
          <p:bldP spid="17" grpId="0" animBg="1"/>
          <p:bldP spid="18" grpId="0" animBg="1"/>
          <p:bldP spid="19" grpId="0"/>
          <p:bldP spid="19" grpId="1"/>
        </p:bldLst>
      </p:timing>
    </mc:Fallback>
  </mc:AlternateContent>
</p:sld>
</file>

<file path=ppt/theme/theme1.xml><?xml version="1.0" encoding="utf-8"?>
<a:theme xmlns:a="http://schemas.openxmlformats.org/drawingml/2006/main" name="麦子模板1">
  <a:themeElements>
    <a:clrScheme name="A000120140627A45KWBG 1">
      <a:dk1>
        <a:srgbClr val="000000"/>
      </a:dk1>
      <a:lt1>
        <a:srgbClr val="FFFFFF"/>
      </a:lt1>
      <a:dk2>
        <a:srgbClr val="39302A"/>
      </a:dk2>
      <a:lt2>
        <a:srgbClr val="FFFFFF"/>
      </a:lt2>
      <a:accent1>
        <a:srgbClr val="F8931D"/>
      </a:accent1>
      <a:accent2>
        <a:srgbClr val="FFCA08"/>
      </a:accent2>
      <a:accent3>
        <a:srgbClr val="FFFFFF"/>
      </a:accent3>
      <a:accent4>
        <a:srgbClr val="000000"/>
      </a:accent4>
      <a:accent5>
        <a:srgbClr val="FBC8AB"/>
      </a:accent5>
      <a:accent6>
        <a:srgbClr val="E7B706"/>
      </a:accent6>
      <a:hlink>
        <a:srgbClr val="2998E3"/>
      </a:hlink>
      <a:folHlink>
        <a:srgbClr val="7F723D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  <a:txDef>
      <a:spPr>
        <a:noFill/>
      </a:spPr>
      <a:bodyPr wrap="square" rtlCol="0">
        <a:spAutoFit/>
      </a:bodyPr>
      <a:lstStyle>
        <a:defPPr>
          <a:defRPr kumimoji="1" dirty="0" smtClean="0">
            <a:latin typeface="+mj-ea"/>
            <a:ea typeface="+mj-ea"/>
          </a:defRPr>
        </a:defPPr>
      </a:lstStyle>
    </a:txDef>
  </a:objectDefaults>
  <a:extraClrSchemeLst>
    <a:extraClrScheme>
      <a:clrScheme name="A000120140627A45KWBG 1">
        <a:dk1>
          <a:srgbClr val="000000"/>
        </a:dk1>
        <a:lt1>
          <a:srgbClr val="FFFFFF"/>
        </a:lt1>
        <a:dk2>
          <a:srgbClr val="39302A"/>
        </a:dk2>
        <a:lt2>
          <a:srgbClr val="FFFFFF"/>
        </a:lt2>
        <a:accent1>
          <a:srgbClr val="F8931D"/>
        </a:accent1>
        <a:accent2>
          <a:srgbClr val="FFCA08"/>
        </a:accent2>
        <a:accent3>
          <a:srgbClr val="FFFFFF"/>
        </a:accent3>
        <a:accent4>
          <a:srgbClr val="000000"/>
        </a:accent4>
        <a:accent5>
          <a:srgbClr val="FBC8AB"/>
        </a:accent5>
        <a:accent6>
          <a:srgbClr val="E7B706"/>
        </a:accent6>
        <a:hlink>
          <a:srgbClr val="2998E3"/>
        </a:hlink>
        <a:folHlink>
          <a:srgbClr val="7F723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麦子模板1</Template>
  <TotalTime>8310</TotalTime>
  <Words>66</Words>
  <Application>Microsoft Office PowerPoint</Application>
  <PresentationFormat>宽屏</PresentationFormat>
  <Paragraphs>9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1" baseType="lpstr">
      <vt:lpstr>等线</vt:lpstr>
      <vt:lpstr>黑体</vt:lpstr>
      <vt:lpstr>微软雅黑</vt:lpstr>
      <vt:lpstr>幼圆</vt:lpstr>
      <vt:lpstr>Arial</vt:lpstr>
      <vt:lpstr>Arial Black</vt:lpstr>
      <vt:lpstr>Calibri</vt:lpstr>
      <vt:lpstr>Wingdings</vt:lpstr>
      <vt:lpstr>Wingdings 2</vt:lpstr>
      <vt:lpstr>麦子模板1</vt:lpstr>
      <vt:lpstr>    自来水厂 （麦子多维数据分析平台）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Peter Cao</dc:creator>
  <cp:lastModifiedBy>黄威</cp:lastModifiedBy>
  <cp:revision>1160</cp:revision>
  <cp:lastPrinted>2017-11-27T05:08:00Z</cp:lastPrinted>
  <dcterms:created xsi:type="dcterms:W3CDTF">2017-05-03T04:04:00Z</dcterms:created>
  <dcterms:modified xsi:type="dcterms:W3CDTF">2019-04-16T05:48:43Z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2052-10.1.0.6929</vt:lpwstr>
  </property>
</Properties>
</file>