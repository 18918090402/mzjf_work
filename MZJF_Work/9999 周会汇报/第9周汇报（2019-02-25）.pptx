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2019/2/25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221453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公司所有业务日常运营及数据分析的精准易用平台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16553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70942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中心滚动率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逾期率增加各帐龄的未还余量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数仓资产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修复，验证在还快照表数据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4808561"/>
            <a:ext cx="6780568" cy="16553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4708776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179865"/>
            <a:ext cx="6463257" cy="102951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VINTAGE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的客户类型维度：新客，老客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FSTPD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中首期逾期的逻辑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收集资金中心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模型的业务需求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8031</TotalTime>
  <Words>93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1140</cp:revision>
  <cp:lastPrinted>2017-11-27T05:08:00Z</cp:lastPrinted>
  <dcterms:created xsi:type="dcterms:W3CDTF">2017-05-03T04:04:00Z</dcterms:created>
  <dcterms:modified xsi:type="dcterms:W3CDTF">2019-02-25T08:32:35Z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