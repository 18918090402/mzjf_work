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1349602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诺诺用户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画像已经上线，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表名：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DMT_CRM.FACT_USER_PROFILE_SNAPSHOT</a:t>
            </a: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已经创建，但是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Kylin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无法提供查询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调整大一统的维度后，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kylin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刷新数据时报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，正在解决中。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2"/>
            <a:ext cx="6780568" cy="135853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67826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kylin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刷新时报错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中心多维分析模型上线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8318</TotalTime>
  <Words>85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1161</cp:revision>
  <cp:lastPrinted>2017-11-27T05:08:00Z</cp:lastPrinted>
  <dcterms:created xsi:type="dcterms:W3CDTF">2017-05-03T04:04:00Z</dcterms:created>
  <dcterms:modified xsi:type="dcterms:W3CDTF">2019-04-22T02:01:14Z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