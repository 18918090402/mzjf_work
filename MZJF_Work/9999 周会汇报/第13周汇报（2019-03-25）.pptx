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58" r:id="rId2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31D"/>
    <a:srgbClr val="70AD47"/>
    <a:srgbClr val="FAAF54"/>
    <a:srgbClr val="FCD09A"/>
    <a:srgbClr val="CA6F06"/>
    <a:srgbClr val="D6892D"/>
    <a:srgbClr val="D6BA80"/>
    <a:srgbClr val="F9F1E5"/>
    <a:srgbClr val="FCDCCC"/>
    <a:srgbClr val="FE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5" autoAdjust="0"/>
    <p:restoredTop sz="64717" autoAdjust="0"/>
  </p:normalViewPr>
  <p:slideViewPr>
    <p:cSldViewPr snapToGrid="0">
      <p:cViewPr varScale="1">
        <p:scale>
          <a:sx n="73" d="100"/>
          <a:sy n="73" d="100"/>
        </p:scale>
        <p:origin x="71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72352-F581-4AD1-A80D-F9B4F521670A}" type="datetimeFigureOut">
              <a:rPr lang="zh-CN" altLang="en-US" smtClean="0"/>
              <a:t>2019/3/25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27B8B-008C-46E6-9437-9D1EB543B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99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"/>
          <a:stretch>
            <a:fillRect/>
          </a:stretch>
        </p:blipFill>
        <p:spPr bwMode="auto">
          <a:xfrm>
            <a:off x="2491726" y="0"/>
            <a:ext cx="97002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/>
          </p:nvPr>
        </p:nvSpPr>
        <p:spPr bwMode="auto">
          <a:xfrm>
            <a:off x="220605" y="2130425"/>
            <a:ext cx="6683222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42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2052" name="KSO_FD"/>
          <p:cNvSpPr>
            <a:spLocks noGrp="1" noChangeArrowheads="1"/>
          </p:cNvSpPr>
          <p:nvPr>
            <p:ph type="dt" sz="half" idx="2"/>
          </p:nvPr>
        </p:nvSpPr>
        <p:spPr>
          <a:xfrm>
            <a:off x="609441" y="6245225"/>
            <a:ext cx="2845647" cy="476250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2019/3/25</a:t>
            </a:fld>
            <a:endParaRPr lang="zh-CN" altLang="en-US"/>
          </a:p>
        </p:txBody>
      </p:sp>
      <p:sp>
        <p:nvSpPr>
          <p:cNvPr id="2053" name="KSO_FT"/>
          <p:cNvSpPr>
            <a:spLocks noGrp="1" noChangeArrowheads="1"/>
          </p:cNvSpPr>
          <p:nvPr>
            <p:ph type="ftr" sz="quarter" idx="3"/>
          </p:nvPr>
        </p:nvSpPr>
        <p:spPr>
          <a:xfrm>
            <a:off x="4166103" y="6245225"/>
            <a:ext cx="385979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KSO_FN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6913" y="6245225"/>
            <a:ext cx="2845646" cy="476250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5" name="KSO_BC1"/>
          <p:cNvSpPr>
            <a:spLocks noGrp="1" noChangeArrowheads="1"/>
          </p:cNvSpPr>
          <p:nvPr>
            <p:ph type="subTitle" idx="1" hasCustomPrompt="1"/>
          </p:nvPr>
        </p:nvSpPr>
        <p:spPr bwMode="auto">
          <a:xfrm>
            <a:off x="261870" y="3770313"/>
            <a:ext cx="6638783" cy="6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 2" panose="05020102010507070707" pitchFamily="18" charset="2"/>
              <a:buNone/>
              <a:defRPr sz="1800"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4F87-775F-44FA-8904-79E048AA9300}" type="datetimeFigureOut">
              <a:rPr lang="zh-CN" altLang="en-US" smtClean="0"/>
              <a:t>2019/3/25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0250" indent="-285750">
              <a:spcBef>
                <a:spcPts val="0"/>
              </a:spcBef>
              <a:spcAft>
                <a:spcPts val="600"/>
              </a:spcAft>
              <a:buClr>
                <a:srgbClr val="D6892D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第一级</a:t>
            </a:r>
            <a:endParaRPr lang="en-US" altLang="zh-CN" dirty="0"/>
          </a:p>
          <a:p>
            <a:pPr lvl="2"/>
            <a:r>
              <a:rPr lang="zh-CN" altLang="en-US" dirty="0"/>
              <a:t>第二级</a:t>
            </a:r>
            <a:endParaRPr lang="en-US" altLang="zh-CN" dirty="0"/>
          </a:p>
          <a:p>
            <a:pPr lvl="3"/>
            <a:r>
              <a:rPr lang="zh-CN" altLang="en-US" dirty="0"/>
              <a:t>第三极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400692"/>
            <a:ext cx="10516036" cy="5959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7982" y="1243173"/>
            <a:ext cx="10516036" cy="4933790"/>
          </a:xfrm>
          <a:prstGeom prst="rect">
            <a:avLst/>
          </a:prstGeom>
        </p:spPr>
        <p:txBody>
          <a:bodyPr/>
          <a:lstStyle>
            <a:lvl1pPr>
              <a:defRPr lang="zh-CN" altLang="en-US" sz="2000" b="1" kern="1200" dirty="0" smtClean="0">
                <a:solidFill>
                  <a:srgbClr val="CA6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142365" indent="-228600">
              <a:buClr>
                <a:srgbClr val="D6BA80"/>
              </a:buClr>
              <a:buFont typeface="Wingdings" panose="05000000000000000000" pitchFamily="2" charset="2"/>
              <a:buChar char="l"/>
              <a:defRPr/>
            </a:lvl2pPr>
            <a:lvl3pPr marL="447675" indent="-227330">
              <a:defRPr lang="zh-CN" altLang="en-US" sz="20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714375" indent="-227330">
              <a:defRPr/>
            </a:lvl4pPr>
            <a:lvl5pPr marL="990600" indent="-22733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9"/>
            <a:ext cx="10516036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634" y="4589464"/>
            <a:ext cx="10516036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130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1839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81" y="1825625"/>
            <a:ext cx="51818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570" y="1681163"/>
            <a:ext cx="515803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570" y="2505075"/>
            <a:ext cx="515803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181" y="1681163"/>
            <a:ext cx="518342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181" y="2505075"/>
            <a:ext cx="5183425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6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365125"/>
            <a:ext cx="773546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4073" cy="365125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36" y="6356351"/>
            <a:ext cx="4113729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947" y="6356351"/>
            <a:ext cx="2744072" cy="365125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8221" b="26117"/>
          <a:stretch>
            <a:fillRect/>
          </a:stretch>
        </p:blipFill>
        <p:spPr bwMode="auto">
          <a:xfrm>
            <a:off x="-26981" y="-20638"/>
            <a:ext cx="12217394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7"/>
          <p:cNvSpPr>
            <a:spLocks noChangeArrowheads="1"/>
          </p:cNvSpPr>
          <p:nvPr/>
        </p:nvSpPr>
        <p:spPr bwMode="auto">
          <a:xfrm>
            <a:off x="1587" y="-20638"/>
            <a:ext cx="12190413" cy="6878638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  <a:ea typeface="幼圆" panose="02010509060101010101" pitchFamily="49" charset="-122"/>
            </a:endParaRPr>
          </a:p>
        </p:txBody>
      </p:sp>
      <p:sp>
        <p:nvSpPr>
          <p:cNvPr id="1028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7982" y="6356351"/>
            <a:ext cx="274407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319E4F87-775F-44FA-8904-79E048AA9300}" type="datetimeFigureOut">
              <a:rPr lang="zh-CN" altLang="en-US" smtClean="0"/>
              <a:t>2019/3/25</a:t>
            </a:fld>
            <a:endParaRPr lang="zh-CN" altLang="en-US"/>
          </a:p>
        </p:txBody>
      </p:sp>
      <p:sp>
        <p:nvSpPr>
          <p:cNvPr id="1029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9136" y="6356351"/>
            <a:ext cx="4113729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947" y="6356351"/>
            <a:ext cx="2744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397" y="-274845"/>
            <a:ext cx="1896176" cy="189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CA6F06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09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1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6870" indent="-356870" algn="just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"/>
        <a:defRPr sz="2000" kern="1200">
          <a:solidFill>
            <a:srgbClr val="A06A29"/>
          </a:solidFill>
          <a:latin typeface="+mn-lt"/>
          <a:ea typeface="+mn-ea"/>
          <a:cs typeface="+mn-cs"/>
        </a:defRPr>
      </a:lvl1pPr>
      <a:lvl2pPr marL="356870" indent="-356870" algn="l" rtl="0" eaLnBrk="1" fontAlgn="base" hangingPunct="1">
        <a:lnSpc>
          <a:spcPct val="130000"/>
        </a:lnSpc>
        <a:spcBef>
          <a:spcPct val="0"/>
        </a:spcBef>
        <a:spcAft>
          <a:spcPts val="600"/>
        </a:spcAft>
        <a:buClr>
          <a:srgbClr val="FFDF6B"/>
        </a:buClr>
        <a:buFont typeface="幼圆" panose="02010509060101010101" pitchFamily="49" charset="-122"/>
        <a:buChar char=" "/>
        <a:defRPr sz="1600" kern="1200">
          <a:solidFill>
            <a:srgbClr val="626262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3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3pPr>
      <a:lvl4pPr marL="15995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4pPr>
      <a:lvl5pPr marL="20567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7652657" cy="482600"/>
          </a:xfrm>
        </p:spPr>
        <p:txBody>
          <a:bodyPr/>
          <a:lstStyle/>
          <a:p>
            <a:r>
              <a:rPr lang="zh-CN" altLang="en-US" dirty="0" smtClean="0"/>
              <a:t>    自来水厂 </a:t>
            </a:r>
            <a:r>
              <a:rPr lang="zh-CN" altLang="en-US" sz="2000" dirty="0" smtClean="0"/>
              <a:t>（麦子多维数据分析平台）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653803" y="1272257"/>
            <a:ext cx="6780568" cy="1023384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60300" y="1169201"/>
            <a:ext cx="1650264" cy="399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3"/>
          <p:cNvSpPr txBox="1"/>
          <p:nvPr/>
        </p:nvSpPr>
        <p:spPr>
          <a:xfrm>
            <a:off x="1949343" y="1720921"/>
            <a:ext cx="6028981" cy="389339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公司所有业务日常运营，及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数据分析的精准易用平台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53803" y="2728117"/>
            <a:ext cx="6780568" cy="240558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60299" y="262833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当前进度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36"/>
          <p:cNvSpPr txBox="1"/>
          <p:nvPr/>
        </p:nvSpPr>
        <p:spPr>
          <a:xfrm>
            <a:off x="1949343" y="3099421"/>
            <a:ext cx="6506799" cy="102951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en-US" altLang="zh-CN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Saiku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中将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Vintage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FSTPD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逾期、损失、欺诈，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合并成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默认日期的配置未在进行中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使用界面化配置</a:t>
            </a:r>
            <a:r>
              <a:rPr lang="en-US" altLang="zh-CN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saiku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XML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，编写成说明文档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75574" y="5499463"/>
            <a:ext cx="6780568" cy="964442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82070" y="540111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计划安排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36"/>
          <p:cNvSpPr txBox="1"/>
          <p:nvPr/>
        </p:nvSpPr>
        <p:spPr>
          <a:xfrm>
            <a:off x="1971114" y="5885259"/>
            <a:ext cx="6463257" cy="358177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计划资产中心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的开发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2627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Fallback>
  </mc:AlternateContent>
</p:sld>
</file>

<file path=ppt/theme/theme1.xml><?xml version="1.0" encoding="utf-8"?>
<a:theme xmlns:a="http://schemas.openxmlformats.org/drawingml/2006/main" name="麦子模板1">
  <a:themeElements>
    <a:clrScheme name="A000120140627A45KWBG 1">
      <a:dk1>
        <a:srgbClr val="000000"/>
      </a:dk1>
      <a:lt1>
        <a:srgbClr val="FFFFFF"/>
      </a:lt1>
      <a:dk2>
        <a:srgbClr val="39302A"/>
      </a:dk2>
      <a:lt2>
        <a:srgbClr val="FFFFFF"/>
      </a:lt2>
      <a:accent1>
        <a:srgbClr val="F8931D"/>
      </a:accent1>
      <a:accent2>
        <a:srgbClr val="FFCA08"/>
      </a:accent2>
      <a:accent3>
        <a:srgbClr val="FFFFFF"/>
      </a:accent3>
      <a:accent4>
        <a:srgbClr val="000000"/>
      </a:accent4>
      <a:accent5>
        <a:srgbClr val="FBC8AB"/>
      </a:accent5>
      <a:accent6>
        <a:srgbClr val="E7B706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latin typeface="+mj-ea"/>
            <a:ea typeface="+mj-ea"/>
          </a:defRPr>
        </a:defPPr>
      </a:lstStyle>
    </a:txDef>
  </a:objectDefaults>
  <a:extraClrSchemeLst>
    <a:extraClrScheme>
      <a:clrScheme name="A000120140627A45KWBG 1">
        <a:dk1>
          <a:srgbClr val="000000"/>
        </a:dk1>
        <a:lt1>
          <a:srgbClr val="FFFFFF"/>
        </a:lt1>
        <a:dk2>
          <a:srgbClr val="39302A"/>
        </a:dk2>
        <a:lt2>
          <a:srgbClr val="FFFFFF"/>
        </a:lt2>
        <a:accent1>
          <a:srgbClr val="F8931D"/>
        </a:accent1>
        <a:accent2>
          <a:srgbClr val="FFCA08"/>
        </a:accent2>
        <a:accent3>
          <a:srgbClr val="FFFFFF"/>
        </a:accent3>
        <a:accent4>
          <a:srgbClr val="000000"/>
        </a:accent4>
        <a:accent5>
          <a:srgbClr val="FBC8AB"/>
        </a:accent5>
        <a:accent6>
          <a:srgbClr val="E7B706"/>
        </a:accent6>
        <a:hlink>
          <a:srgbClr val="2998E3"/>
        </a:hlink>
        <a:folHlink>
          <a:srgbClr val="7F72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麦子模板1</Template>
  <TotalTime>8293</TotalTime>
  <Words>71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等线</vt:lpstr>
      <vt:lpstr>黑体</vt:lpstr>
      <vt:lpstr>微软雅黑</vt:lpstr>
      <vt:lpstr>幼圆</vt:lpstr>
      <vt:lpstr>Arial</vt:lpstr>
      <vt:lpstr>Arial Black</vt:lpstr>
      <vt:lpstr>Calibri</vt:lpstr>
      <vt:lpstr>Wingdings</vt:lpstr>
      <vt:lpstr>Wingdings 2</vt:lpstr>
      <vt:lpstr>麦子模板1</vt:lpstr>
      <vt:lpstr>    自来水厂 （麦子多维数据分析平台）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黄威</cp:lastModifiedBy>
  <cp:revision>1154</cp:revision>
  <cp:lastPrinted>2017-11-27T05:08:00Z</cp:lastPrinted>
  <dcterms:created xsi:type="dcterms:W3CDTF">2017-05-03T04:04:00Z</dcterms:created>
  <dcterms:modified xsi:type="dcterms:W3CDTF">2019-03-25T07:38:27Z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