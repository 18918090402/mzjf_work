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70942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资产中心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需求完成初步讨论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，涉及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个指标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多个维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3"/>
            <a:ext cx="6780568" cy="96444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本周确定最终维度，开始设计模型及开发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8298</TotalTime>
  <Words>60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1157</cp:revision>
  <cp:lastPrinted>2017-11-27T05:08:00Z</cp:lastPrinted>
  <dcterms:created xsi:type="dcterms:W3CDTF">2017-05-03T04:04:00Z</dcterms:created>
  <dcterms:modified xsi:type="dcterms:W3CDTF">2019-04-01T02:47:56Z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