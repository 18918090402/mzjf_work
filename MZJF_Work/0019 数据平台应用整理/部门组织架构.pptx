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439" r:id="rId2"/>
    <p:sldId id="440" r:id="rId3"/>
  </p:sldIdLst>
  <p:sldSz cx="12192000" cy="6858000"/>
  <p:notesSz cx="6858000" cy="99472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黄威" initials="黄威" lastIdx="1" clrIdx="0">
    <p:extLst>
      <p:ext uri="{19B8F6BF-5375-455C-9EA6-DF929625EA0E}">
        <p15:presenceInfo xmlns:p15="http://schemas.microsoft.com/office/powerpoint/2012/main" userId="S-1-5-21-421265076-1252846273-2474113011-1214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AD47"/>
    <a:srgbClr val="F8931D"/>
    <a:srgbClr val="FAAF54"/>
    <a:srgbClr val="FCD09A"/>
    <a:srgbClr val="CA6F06"/>
    <a:srgbClr val="D6892D"/>
    <a:srgbClr val="D6BA80"/>
    <a:srgbClr val="F9F1E5"/>
    <a:srgbClr val="FCDCCC"/>
    <a:srgbClr val="FEE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45" autoAdjust="0"/>
    <p:restoredTop sz="93419" autoAdjust="0"/>
  </p:normalViewPr>
  <p:slideViewPr>
    <p:cSldViewPr snapToGrid="0">
      <p:cViewPr>
        <p:scale>
          <a:sx n="80" d="100"/>
          <a:sy n="80" d="100"/>
        </p:scale>
        <p:origin x="474" y="-4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2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872352-F581-4AD1-A80D-F9B4F521670A}" type="datetimeFigureOut">
              <a:rPr lang="zh-CN" altLang="en-US" smtClean="0"/>
              <a:t>2019/5/29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787126"/>
            <a:ext cx="5486400" cy="39167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27B8B-008C-46E6-9437-9D1EB543BB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992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327B8B-008C-46E6-9437-9D1EB543BB7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18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1"/>
          <a:stretch>
            <a:fillRect/>
          </a:stretch>
        </p:blipFill>
        <p:spPr bwMode="auto">
          <a:xfrm>
            <a:off x="2491726" y="0"/>
            <a:ext cx="970027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KSO_BT1"/>
          <p:cNvSpPr>
            <a:spLocks noGrp="1" noChangeArrowheads="1"/>
          </p:cNvSpPr>
          <p:nvPr>
            <p:ph type="ctrTitle"/>
          </p:nvPr>
        </p:nvSpPr>
        <p:spPr bwMode="auto">
          <a:xfrm>
            <a:off x="220605" y="2130425"/>
            <a:ext cx="6683222" cy="15430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sz="42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noProof="0"/>
          </a:p>
        </p:txBody>
      </p:sp>
      <p:sp>
        <p:nvSpPr>
          <p:cNvPr id="2052" name="KSO_FD"/>
          <p:cNvSpPr>
            <a:spLocks noGrp="1" noChangeArrowheads="1"/>
          </p:cNvSpPr>
          <p:nvPr>
            <p:ph type="dt" sz="half" idx="2"/>
          </p:nvPr>
        </p:nvSpPr>
        <p:spPr>
          <a:xfrm>
            <a:off x="609441" y="6245225"/>
            <a:ext cx="2845647" cy="476250"/>
          </a:xfrm>
        </p:spPr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2019/5/29</a:t>
            </a:fld>
            <a:endParaRPr lang="zh-CN" altLang="en-US"/>
          </a:p>
        </p:txBody>
      </p:sp>
      <p:sp>
        <p:nvSpPr>
          <p:cNvPr id="2053" name="KSO_FT"/>
          <p:cNvSpPr>
            <a:spLocks noGrp="1" noChangeArrowheads="1"/>
          </p:cNvSpPr>
          <p:nvPr>
            <p:ph type="ftr" sz="quarter" idx="3"/>
          </p:nvPr>
        </p:nvSpPr>
        <p:spPr>
          <a:xfrm>
            <a:off x="4166103" y="6245225"/>
            <a:ext cx="3859795" cy="476250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054" name="KSO_FN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6913" y="6245225"/>
            <a:ext cx="2845646" cy="476250"/>
          </a:xfrm>
        </p:spPr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55" name="KSO_BC1"/>
          <p:cNvSpPr>
            <a:spLocks noGrp="1" noChangeArrowheads="1"/>
          </p:cNvSpPr>
          <p:nvPr>
            <p:ph type="subTitle" idx="1" hasCustomPrompt="1"/>
          </p:nvPr>
        </p:nvSpPr>
        <p:spPr bwMode="auto">
          <a:xfrm>
            <a:off x="261870" y="3770313"/>
            <a:ext cx="6638783" cy="6064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>
              <a:buFont typeface="Wingdings 2" panose="05020102010507070707" pitchFamily="18" charset="2"/>
              <a:buNone/>
              <a:defRPr sz="1800"/>
            </a:lvl1pPr>
          </a:lstStyle>
          <a:p>
            <a:pPr lvl="0"/>
            <a:r>
              <a:rPr lang="zh-CN" altLang="en-US" noProof="0"/>
              <a:t>单击以编辑母版副标题样式</a:t>
            </a:r>
            <a:endParaRPr lang="zh-CN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2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E4F87-775F-44FA-8904-79E048AA9300}" type="datetimeFigureOut">
              <a:rPr lang="zh-CN" altLang="en-US" smtClean="0"/>
              <a:t>2019/5/29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1085850"/>
            <a:ext cx="10820400" cy="50482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730250" indent="-285750">
              <a:spcBef>
                <a:spcPts val="0"/>
              </a:spcBef>
              <a:spcAft>
                <a:spcPts val="600"/>
              </a:spcAft>
              <a:buClr>
                <a:srgbClr val="D6892D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第一级</a:t>
            </a:r>
            <a:endParaRPr lang="en-US" altLang="zh-CN" dirty="0"/>
          </a:p>
          <a:p>
            <a:pPr lvl="2"/>
            <a:r>
              <a:rPr lang="zh-CN" altLang="en-US" dirty="0"/>
              <a:t>第二级</a:t>
            </a:r>
            <a:endParaRPr lang="en-US" altLang="zh-CN" dirty="0"/>
          </a:p>
          <a:p>
            <a:pPr lvl="3"/>
            <a:r>
              <a:rPr lang="zh-CN" altLang="en-US" dirty="0"/>
              <a:t>第三极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400692"/>
            <a:ext cx="10516036" cy="595901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7982" y="1243173"/>
            <a:ext cx="10516036" cy="4933790"/>
          </a:xfrm>
          <a:prstGeom prst="rect">
            <a:avLst/>
          </a:prstGeom>
        </p:spPr>
        <p:txBody>
          <a:bodyPr/>
          <a:lstStyle>
            <a:lvl1pPr>
              <a:defRPr lang="zh-CN" altLang="en-US" sz="2000" b="1" kern="1200" dirty="0" smtClean="0">
                <a:solidFill>
                  <a:srgbClr val="CA6F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1142365" indent="-228600">
              <a:buClr>
                <a:srgbClr val="D6BA80"/>
              </a:buClr>
              <a:buFont typeface="Wingdings" panose="05000000000000000000" pitchFamily="2" charset="2"/>
              <a:buChar char="l"/>
              <a:defRPr/>
            </a:lvl2pPr>
            <a:lvl3pPr marL="447675" indent="-227330">
              <a:defRPr lang="zh-CN" altLang="en-US" sz="20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3pPr>
            <a:lvl4pPr marL="714375" indent="-227330">
              <a:defRPr/>
            </a:lvl4pPr>
            <a:lvl5pPr marL="990600" indent="-227330"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2019/5/29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634" y="1709739"/>
            <a:ext cx="10516036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634" y="4589464"/>
            <a:ext cx="10516036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0965" indent="0">
              <a:buNone/>
              <a:defRPr sz="1600"/>
            </a:lvl4pPr>
            <a:lvl5pPr marL="1828165" indent="0">
              <a:buNone/>
              <a:defRPr sz="1600"/>
            </a:lvl5pPr>
            <a:lvl6pPr marL="2285365" indent="0">
              <a:buNone/>
              <a:defRPr sz="1600"/>
            </a:lvl6pPr>
            <a:lvl7pPr marL="2742565" indent="0">
              <a:buNone/>
              <a:defRPr sz="1600"/>
            </a:lvl7pPr>
            <a:lvl8pPr marL="3199130" indent="0">
              <a:buNone/>
              <a:defRPr sz="1600"/>
            </a:lvl8pPr>
            <a:lvl9pPr marL="365633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2019/5/29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7982" y="1825625"/>
            <a:ext cx="5181839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181" y="1825625"/>
            <a:ext cx="5181838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2019/5/29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570" y="1681163"/>
            <a:ext cx="515803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570" y="2505075"/>
            <a:ext cx="515803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181" y="1681163"/>
            <a:ext cx="5183425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181" y="2505075"/>
            <a:ext cx="5183425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2019/5/29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2019/5/29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2019/5/29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425" y="987426"/>
            <a:ext cx="617218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570" y="2057400"/>
            <a:ext cx="393280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2019/5/29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425" y="987426"/>
            <a:ext cx="6172181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0965" indent="0">
              <a:buNone/>
              <a:defRPr sz="2000"/>
            </a:lvl4pPr>
            <a:lvl5pPr marL="1828165" indent="0">
              <a:buNone/>
              <a:defRPr sz="2000"/>
            </a:lvl5pPr>
            <a:lvl6pPr marL="2285365" indent="0">
              <a:buNone/>
              <a:defRPr sz="2000"/>
            </a:lvl6pPr>
            <a:lvl7pPr marL="2742565" indent="0">
              <a:buNone/>
              <a:defRPr sz="2000"/>
            </a:lvl7pPr>
            <a:lvl8pPr marL="3199130" indent="0">
              <a:buNone/>
              <a:defRPr sz="2000"/>
            </a:lvl8pPr>
            <a:lvl9pPr marL="365633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570" y="2057400"/>
            <a:ext cx="393280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2019/5/29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2019/5/29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5802" y="365125"/>
            <a:ext cx="2628216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7982" y="365125"/>
            <a:ext cx="7735461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2019/5/29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7982" y="6356351"/>
            <a:ext cx="2744073" cy="365125"/>
          </a:xfrm>
        </p:spPr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2019/5/29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36" y="6356351"/>
            <a:ext cx="4113729" cy="365125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9947" y="6356351"/>
            <a:ext cx="2744072" cy="365125"/>
          </a:xfrm>
        </p:spPr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6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61" t="8221" b="26117"/>
          <a:stretch>
            <a:fillRect/>
          </a:stretch>
        </p:blipFill>
        <p:spPr bwMode="auto">
          <a:xfrm>
            <a:off x="-26981" y="-20638"/>
            <a:ext cx="12217394" cy="687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矩形 7"/>
          <p:cNvSpPr>
            <a:spLocks noChangeArrowheads="1"/>
          </p:cNvSpPr>
          <p:nvPr/>
        </p:nvSpPr>
        <p:spPr bwMode="auto">
          <a:xfrm>
            <a:off x="1587" y="-20638"/>
            <a:ext cx="12190413" cy="6878638"/>
          </a:xfrm>
          <a:prstGeom prst="rect">
            <a:avLst/>
          </a:prstGeom>
          <a:solidFill>
            <a:srgbClr val="FFFFFF">
              <a:alpha val="87000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sz="1800">
              <a:solidFill>
                <a:srgbClr val="FFFFFF"/>
              </a:solidFill>
              <a:latin typeface="Calibri" panose="020F0502020204030204" pitchFamily="34" charset="0"/>
              <a:ea typeface="幼圆" panose="02010509060101010101" pitchFamily="49" charset="-122"/>
            </a:endParaRPr>
          </a:p>
        </p:txBody>
      </p:sp>
      <p:sp>
        <p:nvSpPr>
          <p:cNvPr id="1028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7982" y="6356351"/>
            <a:ext cx="274407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319E4F87-775F-44FA-8904-79E048AA9300}" type="datetimeFigureOut">
              <a:rPr lang="zh-CN" altLang="en-US" smtClean="0"/>
              <a:t>2019/5/29</a:t>
            </a:fld>
            <a:endParaRPr lang="zh-CN" altLang="en-US"/>
          </a:p>
        </p:txBody>
      </p:sp>
      <p:sp>
        <p:nvSpPr>
          <p:cNvPr id="1029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9136" y="6356351"/>
            <a:ext cx="4113729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30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09947" y="6356351"/>
            <a:ext cx="274407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4397" y="-274845"/>
            <a:ext cx="1896176" cy="189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rgbClr val="CA6F06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096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16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356870" indent="-356870" algn="just" rtl="0" eaLnBrk="1" fontAlgn="base" hangingPunct="1">
        <a:lnSpc>
          <a:spcPct val="110000"/>
        </a:lnSpc>
        <a:spcBef>
          <a:spcPts val="18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"/>
        <a:defRPr sz="2000" kern="1200">
          <a:solidFill>
            <a:srgbClr val="A06A29"/>
          </a:solidFill>
          <a:latin typeface="+mn-lt"/>
          <a:ea typeface="+mn-ea"/>
          <a:cs typeface="+mn-cs"/>
        </a:defRPr>
      </a:lvl1pPr>
      <a:lvl2pPr marL="356870" indent="-356870" algn="l" rtl="0" eaLnBrk="1" fontAlgn="base" hangingPunct="1">
        <a:lnSpc>
          <a:spcPct val="130000"/>
        </a:lnSpc>
        <a:spcBef>
          <a:spcPct val="0"/>
        </a:spcBef>
        <a:spcAft>
          <a:spcPts val="600"/>
        </a:spcAft>
        <a:buClr>
          <a:srgbClr val="FFDF6B"/>
        </a:buClr>
        <a:buFont typeface="幼圆" panose="02010509060101010101" pitchFamily="49" charset="-122"/>
        <a:buChar char=" "/>
        <a:defRPr sz="1600" kern="1200">
          <a:solidFill>
            <a:srgbClr val="626262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23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3pPr>
      <a:lvl4pPr marL="15995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4pPr>
      <a:lvl5pPr marL="20567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5pPr>
      <a:lvl6pPr marL="25139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4766599" y="1005175"/>
            <a:ext cx="1831544" cy="720671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BI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数据部门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叶宁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1973335" y="1889394"/>
            <a:ext cx="7780265" cy="900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圆角矩形 6"/>
          <p:cNvSpPr/>
          <p:nvPr/>
        </p:nvSpPr>
        <p:spPr>
          <a:xfrm>
            <a:off x="1138131" y="2051390"/>
            <a:ext cx="1670408" cy="720671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叶宁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兼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3757133" y="2052973"/>
            <a:ext cx="1698616" cy="720671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数据仓库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黄威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404343" y="2049238"/>
            <a:ext cx="1617371" cy="720671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数据平台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赵耀远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978663" y="1901017"/>
            <a:ext cx="0" cy="15110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4544629" y="1898636"/>
            <a:ext cx="0" cy="15110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7243382" y="1889394"/>
            <a:ext cx="0" cy="15110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圆角矩形 12"/>
          <p:cNvSpPr/>
          <p:nvPr/>
        </p:nvSpPr>
        <p:spPr>
          <a:xfrm>
            <a:off x="1639961" y="3067198"/>
            <a:ext cx="1127482" cy="611849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资产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中心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顾敏杰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1639962" y="3976026"/>
            <a:ext cx="1127482" cy="611849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资金中心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王会杏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1639962" y="4884853"/>
            <a:ext cx="1127480" cy="611849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财务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中心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王倩倩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5663111" y="1747529"/>
            <a:ext cx="0" cy="15110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圆角矩形 16"/>
          <p:cNvSpPr/>
          <p:nvPr/>
        </p:nvSpPr>
        <p:spPr>
          <a:xfrm>
            <a:off x="4328266" y="3067198"/>
            <a:ext cx="1127482" cy="611849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数据开发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李战胜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4328267" y="3976026"/>
            <a:ext cx="1127482" cy="611849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数据开发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周易健</a:t>
            </a:r>
            <a:r>
              <a:rPr lang="zh-CN" altLang="en-US" sz="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（实习）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7036183" y="3080046"/>
            <a:ext cx="1127482" cy="611849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平台开发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马朝华</a:t>
            </a:r>
            <a:endPara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 flipH="1">
            <a:off x="1356470" y="2769908"/>
            <a:ext cx="3" cy="322516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endCxn id="13" idx="1"/>
          </p:cNvCxnSpPr>
          <p:nvPr/>
        </p:nvCxnSpPr>
        <p:spPr>
          <a:xfrm flipV="1">
            <a:off x="1356472" y="3373123"/>
            <a:ext cx="283489" cy="642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1356471" y="4281671"/>
            <a:ext cx="283489" cy="642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356470" y="5185445"/>
            <a:ext cx="283489" cy="642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4042528" y="2774659"/>
            <a:ext cx="2" cy="151343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4042529" y="3377874"/>
            <a:ext cx="283489" cy="642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V="1">
            <a:off x="4042528" y="4286422"/>
            <a:ext cx="283489" cy="642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H="1">
            <a:off x="6752116" y="2765130"/>
            <a:ext cx="290" cy="60963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6752405" y="3368345"/>
            <a:ext cx="283489" cy="642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9" name="圆角矩形 28"/>
          <p:cNvSpPr/>
          <p:nvPr/>
        </p:nvSpPr>
        <p:spPr>
          <a:xfrm>
            <a:off x="7047903" y="3963965"/>
            <a:ext cx="1127482" cy="611849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平台开发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曹赛</a:t>
            </a:r>
            <a:endPara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6764125" y="4252264"/>
            <a:ext cx="283489" cy="642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1" name="圆角矩形 30"/>
          <p:cNvSpPr/>
          <p:nvPr/>
        </p:nvSpPr>
        <p:spPr>
          <a:xfrm>
            <a:off x="7059623" y="4749412"/>
            <a:ext cx="1127482" cy="611849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平台开发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陈耀</a:t>
            </a:r>
            <a:r>
              <a:rPr lang="zh-CN" altLang="en-US" sz="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实习）</a:t>
            </a:r>
            <a:endPara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6775845" y="5037711"/>
            <a:ext cx="283489" cy="642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6757827" y="3353629"/>
            <a:ext cx="18018" cy="168408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4" name="圆角矩形 33"/>
          <p:cNvSpPr/>
          <p:nvPr/>
        </p:nvSpPr>
        <p:spPr>
          <a:xfrm>
            <a:off x="1639962" y="5694478"/>
            <a:ext cx="1127480" cy="611849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资金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中心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林天宇</a:t>
            </a:r>
            <a:r>
              <a:rPr lang="zh-CN" altLang="en-US" sz="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（实习）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5" name="直接连接符 34"/>
          <p:cNvCxnSpPr/>
          <p:nvPr/>
        </p:nvCxnSpPr>
        <p:spPr>
          <a:xfrm flipV="1">
            <a:off x="1356470" y="5995070"/>
            <a:ext cx="283489" cy="642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9" name="圆角矩形 38"/>
          <p:cNvSpPr/>
          <p:nvPr/>
        </p:nvSpPr>
        <p:spPr>
          <a:xfrm>
            <a:off x="8899893" y="2058763"/>
            <a:ext cx="1617371" cy="720671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项目开发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BI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团队 兼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9738932" y="1898919"/>
            <a:ext cx="0" cy="15110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4920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r="40204" b="15088"/>
          <a:stretch/>
        </p:blipFill>
        <p:spPr>
          <a:xfrm>
            <a:off x="3049026" y="743830"/>
            <a:ext cx="5866374" cy="5790907"/>
          </a:xfrm>
          <a:prstGeom prst="rect">
            <a:avLst/>
          </a:prstGeom>
        </p:spPr>
      </p:pic>
      <p:sp>
        <p:nvSpPr>
          <p:cNvPr id="8" name="线形标注 1 7"/>
          <p:cNvSpPr/>
          <p:nvPr/>
        </p:nvSpPr>
        <p:spPr bwMode="auto">
          <a:xfrm>
            <a:off x="762000" y="4368927"/>
            <a:ext cx="1514475" cy="542925"/>
          </a:xfrm>
          <a:prstGeom prst="borderCallout1">
            <a:avLst>
              <a:gd name="adj1" fmla="val 60855"/>
              <a:gd name="adj2" fmla="val 99214"/>
              <a:gd name="adj3" fmla="val 16009"/>
              <a:gd name="adj4" fmla="val 170472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风控业务指标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（申请、审批、放款）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线形标注 1 8"/>
          <p:cNvSpPr/>
          <p:nvPr/>
        </p:nvSpPr>
        <p:spPr bwMode="auto">
          <a:xfrm>
            <a:off x="6621926" y="4803839"/>
            <a:ext cx="2798299" cy="965073"/>
          </a:xfrm>
          <a:prstGeom prst="borderCallout1">
            <a:avLst>
              <a:gd name="adj1" fmla="val 33220"/>
              <a:gd name="adj2" fmla="val 472"/>
              <a:gd name="adj3" fmla="val -61962"/>
              <a:gd name="adj4" fmla="val -7603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控贷后指标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FSTPD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VINTAGE</a:t>
            </a:r>
            <a:br>
              <a:rPr lang="en-US" altLang="zh-CN" sz="1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逾期率、损失率、滚动率、迁徙率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2" name="直接连接符 11"/>
          <p:cNvCxnSpPr/>
          <p:nvPr/>
        </p:nvCxnSpPr>
        <p:spPr bwMode="auto">
          <a:xfrm flipV="1">
            <a:off x="5038725" y="5124450"/>
            <a:ext cx="1583201" cy="16192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直接连接符 12"/>
          <p:cNvCxnSpPr/>
          <p:nvPr/>
        </p:nvCxnSpPr>
        <p:spPr bwMode="auto">
          <a:xfrm flipV="1">
            <a:off x="4676775" y="5124450"/>
            <a:ext cx="1929838" cy="4953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289150778"/>
      </p:ext>
    </p:extLst>
  </p:cSld>
  <p:clrMapOvr>
    <a:masterClrMapping/>
  </p:clrMapOvr>
</p:sld>
</file>

<file path=ppt/theme/theme1.xml><?xml version="1.0" encoding="utf-8"?>
<a:theme xmlns:a="http://schemas.openxmlformats.org/drawingml/2006/main" name="麦子模板1">
  <a:themeElements>
    <a:clrScheme name="A000120140627A45KWBG 1">
      <a:dk1>
        <a:srgbClr val="000000"/>
      </a:dk1>
      <a:lt1>
        <a:srgbClr val="FFFFFF"/>
      </a:lt1>
      <a:dk2>
        <a:srgbClr val="39302A"/>
      </a:dk2>
      <a:lt2>
        <a:srgbClr val="FFFFFF"/>
      </a:lt2>
      <a:accent1>
        <a:srgbClr val="F8931D"/>
      </a:accent1>
      <a:accent2>
        <a:srgbClr val="FFCA08"/>
      </a:accent2>
      <a:accent3>
        <a:srgbClr val="FFFFFF"/>
      </a:accent3>
      <a:accent4>
        <a:srgbClr val="000000"/>
      </a:accent4>
      <a:accent5>
        <a:srgbClr val="FBC8AB"/>
      </a:accent5>
      <a:accent6>
        <a:srgbClr val="E7B706"/>
      </a:accent6>
      <a:hlink>
        <a:srgbClr val="2998E3"/>
      </a:hlink>
      <a:folHlink>
        <a:srgbClr val="7F723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kumimoji="1" dirty="0" smtClean="0">
            <a:latin typeface="+mj-ea"/>
            <a:ea typeface="+mj-ea"/>
          </a:defRPr>
        </a:defPPr>
      </a:lstStyle>
    </a:txDef>
  </a:objectDefaults>
  <a:extraClrSchemeLst>
    <a:extraClrScheme>
      <a:clrScheme name="A000120140627A45KWBG 1">
        <a:dk1>
          <a:srgbClr val="000000"/>
        </a:dk1>
        <a:lt1>
          <a:srgbClr val="FFFFFF"/>
        </a:lt1>
        <a:dk2>
          <a:srgbClr val="39302A"/>
        </a:dk2>
        <a:lt2>
          <a:srgbClr val="FFFFFF"/>
        </a:lt2>
        <a:accent1>
          <a:srgbClr val="F8931D"/>
        </a:accent1>
        <a:accent2>
          <a:srgbClr val="FFCA08"/>
        </a:accent2>
        <a:accent3>
          <a:srgbClr val="FFFFFF"/>
        </a:accent3>
        <a:accent4>
          <a:srgbClr val="000000"/>
        </a:accent4>
        <a:accent5>
          <a:srgbClr val="FBC8AB"/>
        </a:accent5>
        <a:accent6>
          <a:srgbClr val="E7B706"/>
        </a:accent6>
        <a:hlink>
          <a:srgbClr val="2998E3"/>
        </a:hlink>
        <a:folHlink>
          <a:srgbClr val="7F723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麦子模板1</Template>
  <TotalTime>7201</TotalTime>
  <Words>91</Words>
  <Application>Microsoft Office PowerPoint</Application>
  <PresentationFormat>宽屏</PresentationFormat>
  <Paragraphs>34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等线</vt:lpstr>
      <vt:lpstr>黑体</vt:lpstr>
      <vt:lpstr>宋体</vt:lpstr>
      <vt:lpstr>微软雅黑</vt:lpstr>
      <vt:lpstr>幼圆</vt:lpstr>
      <vt:lpstr>Arial</vt:lpstr>
      <vt:lpstr>Arial Black</vt:lpstr>
      <vt:lpstr>Calibri</vt:lpstr>
      <vt:lpstr>Wingdings</vt:lpstr>
      <vt:lpstr>Wingdings 2</vt:lpstr>
      <vt:lpstr>麦子模板1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Peter Cao</dc:creator>
  <cp:lastModifiedBy>黄威</cp:lastModifiedBy>
  <cp:revision>1023</cp:revision>
  <cp:lastPrinted>2017-11-27T05:08:00Z</cp:lastPrinted>
  <dcterms:created xsi:type="dcterms:W3CDTF">2017-05-03T04:04:00Z</dcterms:created>
  <dcterms:modified xsi:type="dcterms:W3CDTF">2019-05-29T09:46:56Z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2052-10.1.0.6929</vt:lpwstr>
  </property>
</Properties>
</file>