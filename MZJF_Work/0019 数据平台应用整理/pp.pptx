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0B418-DF15-4D15-802B-730207697835}" type="datetimeFigureOut">
              <a:rPr lang="zh-CN" altLang="en-US" smtClean="0"/>
              <a:t>2018/11/8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94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0B418-DF15-4D15-802B-730207697835}" type="datetimeFigureOut">
              <a:rPr lang="zh-CN" altLang="en-US" smtClean="0"/>
              <a:t>2018/11/8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45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0B418-DF15-4D15-802B-730207697835}" type="datetimeFigureOut">
              <a:rPr lang="zh-CN" altLang="en-US" smtClean="0"/>
              <a:t>2018/11/8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121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0B418-DF15-4D15-802B-730207697835}" type="datetimeFigureOut">
              <a:rPr lang="zh-CN" altLang="en-US" smtClean="0"/>
              <a:t>2018/11/8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225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0B418-DF15-4D15-802B-730207697835}" type="datetimeFigureOut">
              <a:rPr lang="zh-CN" altLang="en-US" smtClean="0"/>
              <a:t>2018/11/8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861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0B418-DF15-4D15-802B-730207697835}" type="datetimeFigureOut">
              <a:rPr lang="zh-CN" altLang="en-US" smtClean="0"/>
              <a:t>2018/11/8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945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0B418-DF15-4D15-802B-730207697835}" type="datetimeFigureOut">
              <a:rPr lang="zh-CN" altLang="en-US" smtClean="0"/>
              <a:t>2018/11/8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752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0B418-DF15-4D15-802B-730207697835}" type="datetimeFigureOut">
              <a:rPr lang="zh-CN" altLang="en-US" smtClean="0"/>
              <a:t>2018/11/8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785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0B418-DF15-4D15-802B-730207697835}" type="datetimeFigureOut">
              <a:rPr lang="zh-CN" altLang="en-US" smtClean="0"/>
              <a:t>2018/11/8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247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0B418-DF15-4D15-802B-730207697835}" type="datetimeFigureOut">
              <a:rPr lang="zh-CN" altLang="en-US" smtClean="0"/>
              <a:t>2018/11/8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438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0B418-DF15-4D15-802B-730207697835}" type="datetimeFigureOut">
              <a:rPr lang="zh-CN" altLang="en-US" smtClean="0"/>
              <a:t>2018/11/8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536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0B418-DF15-4D15-802B-730207697835}" type="datetimeFigureOut">
              <a:rPr lang="zh-CN" altLang="en-US" smtClean="0"/>
              <a:t>2018/11/8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281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2007270" y="3489553"/>
            <a:ext cx="8412480" cy="116259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007270" y="4722950"/>
            <a:ext cx="8412480" cy="116259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右箭头标注 4"/>
          <p:cNvSpPr/>
          <p:nvPr/>
        </p:nvSpPr>
        <p:spPr>
          <a:xfrm>
            <a:off x="744583" y="4721885"/>
            <a:ext cx="1262547" cy="1163660"/>
          </a:xfrm>
          <a:prstGeom prst="rightArrowCallout">
            <a:avLst>
              <a:gd name="adj1" fmla="val 25000"/>
              <a:gd name="adj2" fmla="val 20510"/>
              <a:gd name="adj3" fmla="val 25000"/>
              <a:gd name="adj4" fmla="val 64977"/>
            </a:avLst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据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平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台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195568" y="4925032"/>
            <a:ext cx="1358537" cy="8533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数据存储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846281" y="4925031"/>
            <a:ext cx="1358537" cy="8533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离线计算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5496994" y="4913301"/>
            <a:ext cx="1358537" cy="8533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实时计算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147707" y="4913300"/>
            <a:ext cx="1358537" cy="8533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调度服务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8798420" y="4913299"/>
            <a:ext cx="1358537" cy="8533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系统维护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右箭头标注 12"/>
          <p:cNvSpPr/>
          <p:nvPr/>
        </p:nvSpPr>
        <p:spPr>
          <a:xfrm>
            <a:off x="744583" y="3489553"/>
            <a:ext cx="1262547" cy="1162595"/>
          </a:xfrm>
          <a:prstGeom prst="rightArrowCallout">
            <a:avLst>
              <a:gd name="adj1" fmla="val 25000"/>
              <a:gd name="adj2" fmla="val 16011"/>
              <a:gd name="adj3" fmla="val 25000"/>
              <a:gd name="adj4" fmla="val 64977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据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仓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2217338" y="3679706"/>
            <a:ext cx="1358537" cy="853303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业务数据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3868051" y="3679705"/>
            <a:ext cx="1358537" cy="853303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模型优化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5518764" y="3667975"/>
            <a:ext cx="1358537" cy="853303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度模型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7169477" y="3667974"/>
            <a:ext cx="1358537" cy="853303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应用集市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8820190" y="3667973"/>
            <a:ext cx="1358537" cy="853303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数据治理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533689" y="3408541"/>
            <a:ext cx="10395304" cy="0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2029040" y="1567541"/>
            <a:ext cx="8412480" cy="1740263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右箭头标注 46"/>
          <p:cNvSpPr/>
          <p:nvPr/>
        </p:nvSpPr>
        <p:spPr>
          <a:xfrm>
            <a:off x="744583" y="1855842"/>
            <a:ext cx="1284317" cy="1163660"/>
          </a:xfrm>
          <a:prstGeom prst="rightArrowCallout">
            <a:avLst>
              <a:gd name="adj1" fmla="val 25000"/>
              <a:gd name="adj2" fmla="val 16020"/>
              <a:gd name="adj3" fmla="val 25000"/>
              <a:gd name="adj4" fmla="val 64977"/>
            </a:avLst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据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服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务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2217338" y="2547257"/>
            <a:ext cx="1358537" cy="653337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实时大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3868051" y="2547257"/>
            <a:ext cx="1358537" cy="653336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决策系统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5518764" y="2547257"/>
            <a:ext cx="1358537" cy="641606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模型系统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7169477" y="2547257"/>
            <a:ext cx="1358537" cy="641605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定时邮件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8820190" y="2547257"/>
            <a:ext cx="1358537" cy="641604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预警短信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2617932" y="1764404"/>
            <a:ext cx="2228387" cy="653337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用户行为分析系统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5139503" y="1741851"/>
            <a:ext cx="2228387" cy="653337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客户服务管理系统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7640681" y="1726134"/>
            <a:ext cx="2228387" cy="653337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精准营销管理系统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015977" y="303336"/>
            <a:ext cx="8412480" cy="116259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右箭头标注 57"/>
          <p:cNvSpPr/>
          <p:nvPr/>
        </p:nvSpPr>
        <p:spPr>
          <a:xfrm>
            <a:off x="753290" y="302271"/>
            <a:ext cx="1262547" cy="1163660"/>
          </a:xfrm>
          <a:prstGeom prst="rightArrowCallout">
            <a:avLst>
              <a:gd name="adj1" fmla="val 25000"/>
              <a:gd name="adj2" fmla="val 20510"/>
              <a:gd name="adj3" fmla="val 25000"/>
              <a:gd name="adj4" fmla="val 64977"/>
            </a:avLst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服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务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门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2204275" y="505418"/>
            <a:ext cx="1358537" cy="8533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总裁办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3854988" y="505417"/>
            <a:ext cx="1358537" cy="8533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财务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中心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5505701" y="493687"/>
            <a:ext cx="1358537" cy="8533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资金中心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7156414" y="493686"/>
            <a:ext cx="1358537" cy="8533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资产中心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8807127" y="493685"/>
            <a:ext cx="1358537" cy="8533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风控中心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46319" y="6087626"/>
            <a:ext cx="2427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数据服务结构图二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196715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74</Words>
  <Application>Microsoft Office PowerPoint</Application>
  <PresentationFormat>宽屏</PresentationFormat>
  <Paragraphs>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黄威</dc:creator>
  <cp:lastModifiedBy>黄威</cp:lastModifiedBy>
  <cp:revision>35</cp:revision>
  <dcterms:created xsi:type="dcterms:W3CDTF">2018-10-16T03:52:59Z</dcterms:created>
  <dcterms:modified xsi:type="dcterms:W3CDTF">2018-11-08T05:58:48Z</dcterms:modified>
</cp:coreProperties>
</file>