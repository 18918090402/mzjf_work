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40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黄威" initials="黄威" lastIdx="1" clrIdx="0">
    <p:extLst>
      <p:ext uri="{19B8F6BF-5375-455C-9EA6-DF929625EA0E}">
        <p15:presenceInfo xmlns:p15="http://schemas.microsoft.com/office/powerpoint/2012/main" userId="S-1-5-21-421265076-1252846273-2474113011-121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F8931D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45" autoAdjust="0"/>
    <p:restoredTop sz="93419" autoAdjust="0"/>
  </p:normalViewPr>
  <p:slideViewPr>
    <p:cSldViewPr snapToGrid="0">
      <p:cViewPr varScale="1">
        <p:scale>
          <a:sx n="126" d="100"/>
          <a:sy n="126" d="100"/>
        </p:scale>
        <p:origin x="162" y="2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2019/1/24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40204" b="15088"/>
          <a:stretch/>
        </p:blipFill>
        <p:spPr>
          <a:xfrm>
            <a:off x="3049026" y="743830"/>
            <a:ext cx="5866374" cy="5790907"/>
          </a:xfrm>
          <a:prstGeom prst="rect">
            <a:avLst/>
          </a:prstGeom>
        </p:spPr>
      </p:pic>
      <p:sp>
        <p:nvSpPr>
          <p:cNvPr id="8" name="线形标注 1 7"/>
          <p:cNvSpPr/>
          <p:nvPr/>
        </p:nvSpPr>
        <p:spPr bwMode="auto">
          <a:xfrm>
            <a:off x="762000" y="4368927"/>
            <a:ext cx="1514475" cy="542925"/>
          </a:xfrm>
          <a:prstGeom prst="borderCallout1">
            <a:avLst>
              <a:gd name="adj1" fmla="val 60855"/>
              <a:gd name="adj2" fmla="val 99214"/>
              <a:gd name="adj3" fmla="val 16009"/>
              <a:gd name="adj4" fmla="val 17047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风控业务指标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（申请、审批、放款）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线形标注 1 8"/>
          <p:cNvSpPr/>
          <p:nvPr/>
        </p:nvSpPr>
        <p:spPr bwMode="auto">
          <a:xfrm>
            <a:off x="6621926" y="4803839"/>
            <a:ext cx="2798299" cy="965073"/>
          </a:xfrm>
          <a:prstGeom prst="borderCallout1">
            <a:avLst>
              <a:gd name="adj1" fmla="val 33220"/>
              <a:gd name="adj2" fmla="val 472"/>
              <a:gd name="adj3" fmla="val -61962"/>
              <a:gd name="adj4" fmla="val -7603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控贷后指标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FSTPD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VINTAGE</a:t>
            </a:r>
            <a:b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逾期率、损失率、滚动率、迁徙率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 flipV="1">
            <a:off x="5038725" y="5124450"/>
            <a:ext cx="1583201" cy="16192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/>
        </p:nvCxnSpPr>
        <p:spPr bwMode="auto">
          <a:xfrm flipV="1">
            <a:off x="4676775" y="5124450"/>
            <a:ext cx="1929838" cy="4953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89150778"/>
      </p:ext>
    </p:extLst>
  </p:cSld>
  <p:clrMapOvr>
    <a:masterClrMapping/>
  </p:clrMapOvr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7140</TotalTime>
  <Words>20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等线</vt:lpstr>
      <vt:lpstr>黑体</vt:lpstr>
      <vt:lpstr>宋体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1017</cp:revision>
  <cp:lastPrinted>2017-11-27T05:08:00Z</cp:lastPrinted>
  <dcterms:created xsi:type="dcterms:W3CDTF">2017-05-03T04:04:00Z</dcterms:created>
  <dcterms:modified xsi:type="dcterms:W3CDTF">2019-01-24T07:16:00Z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