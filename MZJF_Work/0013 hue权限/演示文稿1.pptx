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94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4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121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22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861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945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752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78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47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43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53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0B418-DF15-4D15-802B-730207697835}" type="datetimeFigureOut">
              <a:rPr lang="zh-CN" altLang="en-US" smtClean="0"/>
              <a:t>2018/10/24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BFEED-4602-4362-B11B-7E0838B73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28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53680" y="4971142"/>
            <a:ext cx="8412480" cy="116259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右箭头标注 4"/>
          <p:cNvSpPr/>
          <p:nvPr/>
        </p:nvSpPr>
        <p:spPr>
          <a:xfrm>
            <a:off x="205904" y="5110612"/>
            <a:ext cx="847636" cy="884892"/>
          </a:xfrm>
          <a:prstGeom prst="rightArrowCallou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源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2206125" y="5110612"/>
            <a:ext cx="1358537" cy="85330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用户库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32877" y="5110613"/>
            <a:ext cx="1358537" cy="85330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交易库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5059629" y="5127896"/>
            <a:ext cx="1358537" cy="85330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支付库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6486381" y="5110614"/>
            <a:ext cx="1358537" cy="85330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7913133" y="5110615"/>
            <a:ext cx="1358537" cy="85330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其他库</a:t>
            </a:r>
          </a:p>
        </p:txBody>
      </p:sp>
      <p:sp>
        <p:nvSpPr>
          <p:cNvPr id="12" name="矩形 11"/>
          <p:cNvSpPr/>
          <p:nvPr/>
        </p:nvSpPr>
        <p:spPr>
          <a:xfrm>
            <a:off x="1053680" y="2321170"/>
            <a:ext cx="8412480" cy="1753578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标注 12"/>
          <p:cNvSpPr/>
          <p:nvPr/>
        </p:nvSpPr>
        <p:spPr>
          <a:xfrm>
            <a:off x="205904" y="2926621"/>
            <a:ext cx="847636" cy="1438005"/>
          </a:xfrm>
          <a:prstGeom prst="rightArrowCallou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仓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上箭头 13"/>
          <p:cNvSpPr/>
          <p:nvPr/>
        </p:nvSpPr>
        <p:spPr>
          <a:xfrm>
            <a:off x="1315088" y="2680138"/>
            <a:ext cx="549946" cy="3181637"/>
          </a:xfrm>
          <a:prstGeom prst="upArrow">
            <a:avLst/>
          </a:prstGeom>
          <a:ln/>
        </p:spPr>
        <p:style>
          <a:lnRef idx="1">
            <a:schemeClr val="accent1"/>
          </a:lnRef>
          <a:fillRef idx="1002">
            <a:schemeClr val="dk2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E</a:t>
            </a:r>
          </a:p>
          <a:p>
            <a:pPr algn="ctr"/>
            <a:endParaRPr lang="en-US" altLang="zh-CN" b="1" dirty="0" smtClean="0"/>
          </a:p>
          <a:p>
            <a:pPr algn="ctr"/>
            <a:r>
              <a:rPr lang="en-US" altLang="zh-CN" b="1" dirty="0" smtClean="0"/>
              <a:t>T</a:t>
            </a:r>
          </a:p>
          <a:p>
            <a:pPr algn="ctr"/>
            <a:endParaRPr lang="en-US" altLang="zh-CN" b="1" dirty="0" smtClean="0"/>
          </a:p>
          <a:p>
            <a:pPr algn="ctr"/>
            <a:r>
              <a:rPr lang="en-US" altLang="zh-CN" b="1" dirty="0" smtClean="0"/>
              <a:t>L</a:t>
            </a:r>
          </a:p>
        </p:txBody>
      </p:sp>
      <p:sp>
        <p:nvSpPr>
          <p:cNvPr id="15" name="圆角矩形 14"/>
          <p:cNvSpPr/>
          <p:nvPr/>
        </p:nvSpPr>
        <p:spPr>
          <a:xfrm>
            <a:off x="2206125" y="4283243"/>
            <a:ext cx="7065546" cy="4169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贴源层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     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ODS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2205986" y="3445098"/>
            <a:ext cx="7065546" cy="416991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贴源层 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视图 （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ODSOPR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2205986" y="2958370"/>
            <a:ext cx="7062798" cy="4169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dirty="0" smtClean="0"/>
              <a:t>      </a:t>
            </a:r>
            <a:r>
              <a:rPr lang="zh-CN" altLang="zh-CN" dirty="0" smtClean="0"/>
              <a:t>数</a:t>
            </a:r>
            <a:r>
              <a:rPr lang="zh-CN" altLang="zh-CN" dirty="0"/>
              <a:t>仓加工层</a:t>
            </a:r>
            <a:r>
              <a:rPr lang="en-US" altLang="zh-CN" dirty="0"/>
              <a:t>-</a:t>
            </a:r>
            <a:r>
              <a:rPr lang="zh-CN" altLang="zh-CN" dirty="0"/>
              <a:t>表</a:t>
            </a:r>
            <a:r>
              <a:rPr lang="en-US" altLang="zh-CN" dirty="0"/>
              <a:t>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IDW</a:t>
            </a:r>
            <a:r>
              <a:rPr lang="zh-CN" altLang="en-US" dirty="0" smtClean="0"/>
              <a:t>）</a:t>
            </a:r>
            <a:endParaRPr lang="zh-CN" altLang="zh-CN" dirty="0"/>
          </a:p>
        </p:txBody>
      </p:sp>
      <p:sp>
        <p:nvSpPr>
          <p:cNvPr id="21" name="圆角矩形 20"/>
          <p:cNvSpPr/>
          <p:nvPr/>
        </p:nvSpPr>
        <p:spPr>
          <a:xfrm>
            <a:off x="2205986" y="2471642"/>
            <a:ext cx="7062797" cy="4169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en-US" altLang="zh-CN" dirty="0" smtClean="0"/>
              <a:t>       </a:t>
            </a:r>
            <a:r>
              <a:rPr lang="zh-CN" altLang="en-US" dirty="0" smtClean="0"/>
              <a:t>数据集市、宽表（</a:t>
            </a:r>
            <a:r>
              <a:rPr lang="en-US" altLang="zh-CN" dirty="0" smtClean="0"/>
              <a:t>DMT</a:t>
            </a:r>
            <a:r>
              <a:rPr lang="zh-CN" altLang="en-US" dirty="0" smtClean="0"/>
              <a:t>）</a:t>
            </a:r>
            <a:endParaRPr lang="zh-CN" altLang="zh-CN" dirty="0"/>
          </a:p>
        </p:txBody>
      </p:sp>
      <p:sp>
        <p:nvSpPr>
          <p:cNvPr id="23" name="矩形 22"/>
          <p:cNvSpPr/>
          <p:nvPr/>
        </p:nvSpPr>
        <p:spPr>
          <a:xfrm>
            <a:off x="1053680" y="991397"/>
            <a:ext cx="8412480" cy="1162595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右箭头标注 23"/>
          <p:cNvSpPr/>
          <p:nvPr/>
        </p:nvSpPr>
        <p:spPr>
          <a:xfrm>
            <a:off x="205904" y="991396"/>
            <a:ext cx="847636" cy="1162595"/>
          </a:xfrm>
          <a:prstGeom prst="rightArrowCallou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据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应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1163105" y="1158578"/>
            <a:ext cx="1375587" cy="85330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实时大屏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2696548" y="1158577"/>
            <a:ext cx="1705379" cy="85330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自动报表分析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4559783" y="1158577"/>
            <a:ext cx="1370753" cy="85330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数据挖掘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246" y="1631169"/>
            <a:ext cx="705999" cy="729873"/>
          </a:xfrm>
          <a:prstGeom prst="rect">
            <a:avLst/>
          </a:prstGeom>
        </p:spPr>
      </p:pic>
      <p:cxnSp>
        <p:nvCxnSpPr>
          <p:cNvPr id="40" name="曲线连接符 39"/>
          <p:cNvCxnSpPr>
            <a:stCxn id="38" idx="2"/>
          </p:cNvCxnSpPr>
          <p:nvPr/>
        </p:nvCxnSpPr>
        <p:spPr>
          <a:xfrm rot="5400000">
            <a:off x="9183237" y="2446729"/>
            <a:ext cx="2130696" cy="1959322"/>
          </a:xfrm>
          <a:prstGeom prst="curvedConnector3">
            <a:avLst>
              <a:gd name="adj1" fmla="val 843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10518339" y="2680137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专属用户可访问</a:t>
            </a:r>
            <a:endParaRPr lang="en-US" altLang="zh-CN" sz="1400" dirty="0" smtClean="0"/>
          </a:p>
          <a:p>
            <a:r>
              <a:rPr lang="en-US" altLang="zh-CN" sz="1400" dirty="0" smtClean="0"/>
              <a:t>ODS</a:t>
            </a:r>
            <a:r>
              <a:rPr lang="zh-CN" altLang="en-US" sz="1400" dirty="0" smtClean="0"/>
              <a:t>敏感数据</a:t>
            </a:r>
            <a:endParaRPr lang="zh-CN" altLang="en-US" sz="1400" dirty="0"/>
          </a:p>
        </p:txBody>
      </p:sp>
      <p:sp>
        <p:nvSpPr>
          <p:cNvPr id="28" name="圆角矩形 27"/>
          <p:cNvSpPr/>
          <p:nvPr/>
        </p:nvSpPr>
        <p:spPr>
          <a:xfrm>
            <a:off x="6084235" y="1158577"/>
            <a:ext cx="1426752" cy="85330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营销管理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7693102" y="1158576"/>
            <a:ext cx="1694679" cy="853303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用户行为分析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053680" y="4081018"/>
            <a:ext cx="8412480" cy="7409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901700" y="4074748"/>
            <a:ext cx="9450276" cy="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上箭头 30"/>
          <p:cNvSpPr/>
          <p:nvPr/>
        </p:nvSpPr>
        <p:spPr>
          <a:xfrm>
            <a:off x="9556337" y="1158576"/>
            <a:ext cx="795639" cy="2703514"/>
          </a:xfrm>
          <a:prstGeom prst="up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/>
              <a:t>数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据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已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脱</a:t>
            </a:r>
            <a:endParaRPr lang="en-US" altLang="zh-CN" sz="1400" dirty="0" smtClean="0"/>
          </a:p>
          <a:p>
            <a:pPr algn="ctr"/>
            <a:r>
              <a:rPr lang="zh-CN" altLang="en-US" sz="1400" dirty="0" smtClean="0"/>
              <a:t>敏</a:t>
            </a:r>
            <a:endParaRPr lang="zh-CN" altLang="en-US" sz="1400" dirty="0"/>
          </a:p>
        </p:txBody>
      </p:sp>
      <p:sp>
        <p:nvSpPr>
          <p:cNvPr id="42" name="下箭头 41"/>
          <p:cNvSpPr/>
          <p:nvPr/>
        </p:nvSpPr>
        <p:spPr>
          <a:xfrm>
            <a:off x="9574438" y="4283243"/>
            <a:ext cx="748282" cy="1680672"/>
          </a:xfrm>
          <a:prstGeom prst="downArrow">
            <a:avLst/>
          </a:prstGeom>
          <a:ln/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数据未脱敏</a:t>
            </a:r>
          </a:p>
        </p:txBody>
      </p:sp>
    </p:spTree>
    <p:extLst>
      <p:ext uri="{BB962C8B-B14F-4D97-AF65-F5344CB8AC3E}">
        <p14:creationId xmlns:p14="http://schemas.microsoft.com/office/powerpoint/2010/main" val="4196715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89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黄威</dc:creator>
  <cp:lastModifiedBy>黄威</cp:lastModifiedBy>
  <cp:revision>22</cp:revision>
  <dcterms:created xsi:type="dcterms:W3CDTF">2018-10-16T03:52:59Z</dcterms:created>
  <dcterms:modified xsi:type="dcterms:W3CDTF">2018-10-24T09:57:23Z</dcterms:modified>
</cp:coreProperties>
</file>