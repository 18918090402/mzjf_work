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2" r:id="rId2"/>
    <p:sldId id="407" r:id="rId3"/>
    <p:sldId id="403" r:id="rId4"/>
    <p:sldId id="404" r:id="rId5"/>
    <p:sldId id="405" r:id="rId6"/>
    <p:sldId id="406" r:id="rId7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EDAE8-C56A-4495-930F-4D443F4AE19F}" type="doc">
      <dgm:prSet loTypeId="urn:microsoft.com/office/officeart/2005/8/layout/process1" loCatId="process" qsTypeId="urn:microsoft.com/office/officeart/2005/8/quickstyle/3d3" qsCatId="3D" csTypeId="urn:microsoft.com/office/officeart/2005/8/colors/accent1_2" csCatId="accent1" phldr="1"/>
      <dgm:spPr/>
    </dgm:pt>
    <dgm:pt modelId="{3075CC57-45CB-4D3B-98E8-534D4AB41803}">
      <dgm:prSet phldrT="[文本]"/>
      <dgm:spPr/>
      <dgm:t>
        <a:bodyPr/>
        <a:lstStyle/>
        <a:p>
          <a:r>
            <a:rPr lang="zh-CN" altLang="en-US" dirty="0" smtClean="0"/>
            <a:t>业务过程</a:t>
          </a:r>
          <a:endParaRPr lang="zh-CN" altLang="en-US" dirty="0"/>
        </a:p>
      </dgm:t>
    </dgm:pt>
    <dgm:pt modelId="{13874232-F8F8-4C75-BC09-85C085B25628}" type="parTrans" cxnId="{C4211E69-D915-4EFA-A432-E011C12057E5}">
      <dgm:prSet/>
      <dgm:spPr/>
      <dgm:t>
        <a:bodyPr/>
        <a:lstStyle/>
        <a:p>
          <a:endParaRPr lang="zh-CN" altLang="en-US"/>
        </a:p>
      </dgm:t>
    </dgm:pt>
    <dgm:pt modelId="{ACC07AAF-C7F8-474C-90F1-B8E9D9B52FDF}" type="sibTrans" cxnId="{C4211E69-D915-4EFA-A432-E011C12057E5}">
      <dgm:prSet/>
      <dgm:spPr/>
      <dgm:t>
        <a:bodyPr/>
        <a:lstStyle/>
        <a:p>
          <a:endParaRPr lang="zh-CN" altLang="en-US"/>
        </a:p>
      </dgm:t>
    </dgm:pt>
    <dgm:pt modelId="{6E96FE8B-0942-43C3-AA1B-6388677655AD}">
      <dgm:prSet phldrT="[文本]"/>
      <dgm:spPr/>
      <dgm:t>
        <a:bodyPr/>
        <a:lstStyle/>
        <a:p>
          <a:r>
            <a:rPr lang="zh-CN" altLang="en-US" dirty="0" smtClean="0"/>
            <a:t>声明粒度</a:t>
          </a:r>
          <a:endParaRPr lang="zh-CN" altLang="en-US" dirty="0"/>
        </a:p>
      </dgm:t>
    </dgm:pt>
    <dgm:pt modelId="{D36557D0-E3FD-4CCC-B217-E377192ED6C9}" type="parTrans" cxnId="{8CAC2925-FF68-4847-8626-983BF4DCB241}">
      <dgm:prSet/>
      <dgm:spPr/>
      <dgm:t>
        <a:bodyPr/>
        <a:lstStyle/>
        <a:p>
          <a:endParaRPr lang="zh-CN" altLang="en-US"/>
        </a:p>
      </dgm:t>
    </dgm:pt>
    <dgm:pt modelId="{4C1DADAA-1752-4CD9-8687-5EFD3BEF5EC8}" type="sibTrans" cxnId="{8CAC2925-FF68-4847-8626-983BF4DCB241}">
      <dgm:prSet/>
      <dgm:spPr/>
      <dgm:t>
        <a:bodyPr/>
        <a:lstStyle/>
        <a:p>
          <a:endParaRPr lang="zh-CN" altLang="en-US"/>
        </a:p>
      </dgm:t>
    </dgm:pt>
    <dgm:pt modelId="{4FB3CD22-7835-4193-A7A4-703E848467A2}">
      <dgm:prSet phldrT="[文本]"/>
      <dgm:spPr/>
      <dgm:t>
        <a:bodyPr/>
        <a:lstStyle/>
        <a:p>
          <a:r>
            <a:rPr lang="zh-CN" altLang="en-US" dirty="0" smtClean="0"/>
            <a:t>描述维度</a:t>
          </a:r>
          <a:endParaRPr lang="zh-CN" altLang="en-US" dirty="0"/>
        </a:p>
      </dgm:t>
    </dgm:pt>
    <dgm:pt modelId="{357089CC-C12E-4F66-91A7-32B9370020DA}" type="parTrans" cxnId="{506D162F-8537-4278-AD19-F3EFD13FDD42}">
      <dgm:prSet/>
      <dgm:spPr/>
      <dgm:t>
        <a:bodyPr/>
        <a:lstStyle/>
        <a:p>
          <a:endParaRPr lang="zh-CN" altLang="en-US"/>
        </a:p>
      </dgm:t>
    </dgm:pt>
    <dgm:pt modelId="{E1AADCAD-95FD-423B-A992-F598AB26DFBA}" type="sibTrans" cxnId="{506D162F-8537-4278-AD19-F3EFD13FDD42}">
      <dgm:prSet/>
      <dgm:spPr/>
      <dgm:t>
        <a:bodyPr/>
        <a:lstStyle/>
        <a:p>
          <a:endParaRPr lang="zh-CN" altLang="en-US"/>
        </a:p>
      </dgm:t>
    </dgm:pt>
    <dgm:pt modelId="{0B552D46-FCFB-42C7-BBBC-A0BE961A7945}">
      <dgm:prSet phldrT="[文本]"/>
      <dgm:spPr/>
      <dgm:t>
        <a:bodyPr/>
        <a:lstStyle/>
        <a:p>
          <a:r>
            <a:rPr lang="zh-CN" altLang="en-US" dirty="0" smtClean="0"/>
            <a:t>确认事实</a:t>
          </a:r>
          <a:endParaRPr lang="zh-CN" altLang="en-US" dirty="0"/>
        </a:p>
      </dgm:t>
    </dgm:pt>
    <dgm:pt modelId="{F349E995-2561-4036-B55C-54B1E77913D7}" type="parTrans" cxnId="{BF92C5CC-B3F3-446D-93CD-30DE046F99E3}">
      <dgm:prSet/>
      <dgm:spPr/>
      <dgm:t>
        <a:bodyPr/>
        <a:lstStyle/>
        <a:p>
          <a:endParaRPr lang="zh-CN" altLang="en-US"/>
        </a:p>
      </dgm:t>
    </dgm:pt>
    <dgm:pt modelId="{892F9D11-B482-42D9-A0F1-38455B81DE78}" type="sibTrans" cxnId="{BF92C5CC-B3F3-446D-93CD-30DE046F99E3}">
      <dgm:prSet/>
      <dgm:spPr/>
      <dgm:t>
        <a:bodyPr/>
        <a:lstStyle/>
        <a:p>
          <a:endParaRPr lang="zh-CN" altLang="en-US"/>
        </a:p>
      </dgm:t>
    </dgm:pt>
    <dgm:pt modelId="{C563DF78-DC66-4A63-82FD-08891A19431F}" type="pres">
      <dgm:prSet presAssocID="{A8CEDAE8-C56A-4495-930F-4D443F4AE19F}" presName="Name0" presStyleCnt="0">
        <dgm:presLayoutVars>
          <dgm:dir/>
          <dgm:resizeHandles val="exact"/>
        </dgm:presLayoutVars>
      </dgm:prSet>
      <dgm:spPr/>
    </dgm:pt>
    <dgm:pt modelId="{90BE66DA-A200-43E3-8AD3-7FEC051A6E46}" type="pres">
      <dgm:prSet presAssocID="{3075CC57-45CB-4D3B-98E8-534D4AB4180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3C9F49-C393-4C86-916A-5E3A28625E29}" type="pres">
      <dgm:prSet presAssocID="{ACC07AAF-C7F8-474C-90F1-B8E9D9B52FDF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4A3E0657-D0D1-4D7D-8BBA-BF9C5239FE8E}" type="pres">
      <dgm:prSet presAssocID="{ACC07AAF-C7F8-474C-90F1-B8E9D9B52FDF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54F0EFA3-1FCB-4080-9BC0-38C774AE13DC}" type="pres">
      <dgm:prSet presAssocID="{6E96FE8B-0942-43C3-AA1B-6388677655A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2BB28B9-2878-4C9D-92AC-B3B9A07831D2}" type="pres">
      <dgm:prSet presAssocID="{4C1DADAA-1752-4CD9-8687-5EFD3BEF5EC8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70FA81FA-172A-4F8A-BB0E-915DA37E8804}" type="pres">
      <dgm:prSet presAssocID="{4C1DADAA-1752-4CD9-8687-5EFD3BEF5EC8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D3A83BB2-0CDA-499D-A1DE-1923DD3E4A17}" type="pres">
      <dgm:prSet presAssocID="{4FB3CD22-7835-4193-A7A4-703E848467A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F0F8BB8-03A7-46D8-963E-FEEE89E0F11F}" type="pres">
      <dgm:prSet presAssocID="{E1AADCAD-95FD-423B-A992-F598AB26DFBA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2041EF53-A5A1-4CBE-BFD8-D74E5B3ECD2B}" type="pres">
      <dgm:prSet presAssocID="{E1AADCAD-95FD-423B-A992-F598AB26DFBA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D0B30054-B3EF-4709-8BDB-1D2749A0F33D}" type="pres">
      <dgm:prSet presAssocID="{0B552D46-FCFB-42C7-BBBC-A0BE961A794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1987BF3-2AA5-465F-B5C7-D7A5E5AD3DF7}" type="presOf" srcId="{4FB3CD22-7835-4193-A7A4-703E848467A2}" destId="{D3A83BB2-0CDA-499D-A1DE-1923DD3E4A17}" srcOrd="0" destOrd="0" presId="urn:microsoft.com/office/officeart/2005/8/layout/process1"/>
    <dgm:cxn modelId="{D34C9ECA-9792-4813-B42E-3E0ADB97E87F}" type="presOf" srcId="{3075CC57-45CB-4D3B-98E8-534D4AB41803}" destId="{90BE66DA-A200-43E3-8AD3-7FEC051A6E46}" srcOrd="0" destOrd="0" presId="urn:microsoft.com/office/officeart/2005/8/layout/process1"/>
    <dgm:cxn modelId="{F978F5CC-5DF5-4391-9221-44B3E49F2CD2}" type="presOf" srcId="{4C1DADAA-1752-4CD9-8687-5EFD3BEF5EC8}" destId="{70FA81FA-172A-4F8A-BB0E-915DA37E8804}" srcOrd="1" destOrd="0" presId="urn:microsoft.com/office/officeart/2005/8/layout/process1"/>
    <dgm:cxn modelId="{789866DD-F599-4CFE-9C52-FD31B44C60BE}" type="presOf" srcId="{ACC07AAF-C7F8-474C-90F1-B8E9D9B52FDF}" destId="{8D3C9F49-C393-4C86-916A-5E3A28625E29}" srcOrd="0" destOrd="0" presId="urn:microsoft.com/office/officeart/2005/8/layout/process1"/>
    <dgm:cxn modelId="{21AACA28-2FBB-4089-A8C1-EECCFF5DFD20}" type="presOf" srcId="{E1AADCAD-95FD-423B-A992-F598AB26DFBA}" destId="{2041EF53-A5A1-4CBE-BFD8-D74E5B3ECD2B}" srcOrd="1" destOrd="0" presId="urn:microsoft.com/office/officeart/2005/8/layout/process1"/>
    <dgm:cxn modelId="{506D162F-8537-4278-AD19-F3EFD13FDD42}" srcId="{A8CEDAE8-C56A-4495-930F-4D443F4AE19F}" destId="{4FB3CD22-7835-4193-A7A4-703E848467A2}" srcOrd="2" destOrd="0" parTransId="{357089CC-C12E-4F66-91A7-32B9370020DA}" sibTransId="{E1AADCAD-95FD-423B-A992-F598AB26DFBA}"/>
    <dgm:cxn modelId="{77429B9F-2A04-43E8-8729-DBC9ADC789EF}" type="presOf" srcId="{0B552D46-FCFB-42C7-BBBC-A0BE961A7945}" destId="{D0B30054-B3EF-4709-8BDB-1D2749A0F33D}" srcOrd="0" destOrd="0" presId="urn:microsoft.com/office/officeart/2005/8/layout/process1"/>
    <dgm:cxn modelId="{5594FB0B-DD3D-4D98-B090-AFBC9E6C2811}" type="presOf" srcId="{ACC07AAF-C7F8-474C-90F1-B8E9D9B52FDF}" destId="{4A3E0657-D0D1-4D7D-8BBA-BF9C5239FE8E}" srcOrd="1" destOrd="0" presId="urn:microsoft.com/office/officeart/2005/8/layout/process1"/>
    <dgm:cxn modelId="{BF92C5CC-B3F3-446D-93CD-30DE046F99E3}" srcId="{A8CEDAE8-C56A-4495-930F-4D443F4AE19F}" destId="{0B552D46-FCFB-42C7-BBBC-A0BE961A7945}" srcOrd="3" destOrd="0" parTransId="{F349E995-2561-4036-B55C-54B1E77913D7}" sibTransId="{892F9D11-B482-42D9-A0F1-38455B81DE78}"/>
    <dgm:cxn modelId="{C4211E69-D915-4EFA-A432-E011C12057E5}" srcId="{A8CEDAE8-C56A-4495-930F-4D443F4AE19F}" destId="{3075CC57-45CB-4D3B-98E8-534D4AB41803}" srcOrd="0" destOrd="0" parTransId="{13874232-F8F8-4C75-BC09-85C085B25628}" sibTransId="{ACC07AAF-C7F8-474C-90F1-B8E9D9B52FDF}"/>
    <dgm:cxn modelId="{2EF3D56C-5A49-4A03-A960-1DB61EAF1984}" type="presOf" srcId="{A8CEDAE8-C56A-4495-930F-4D443F4AE19F}" destId="{C563DF78-DC66-4A63-82FD-08891A19431F}" srcOrd="0" destOrd="0" presId="urn:microsoft.com/office/officeart/2005/8/layout/process1"/>
    <dgm:cxn modelId="{72C08EF6-74AA-44F5-9BCB-1D13AA8DB751}" type="presOf" srcId="{4C1DADAA-1752-4CD9-8687-5EFD3BEF5EC8}" destId="{C2BB28B9-2878-4C9D-92AC-B3B9A07831D2}" srcOrd="0" destOrd="0" presId="urn:microsoft.com/office/officeart/2005/8/layout/process1"/>
    <dgm:cxn modelId="{928AA77F-FEF1-46B9-A7CD-65D943BD3FA2}" type="presOf" srcId="{E1AADCAD-95FD-423B-A992-F598AB26DFBA}" destId="{8F0F8BB8-03A7-46D8-963E-FEEE89E0F11F}" srcOrd="0" destOrd="0" presId="urn:microsoft.com/office/officeart/2005/8/layout/process1"/>
    <dgm:cxn modelId="{8CAC2925-FF68-4847-8626-983BF4DCB241}" srcId="{A8CEDAE8-C56A-4495-930F-4D443F4AE19F}" destId="{6E96FE8B-0942-43C3-AA1B-6388677655AD}" srcOrd="1" destOrd="0" parTransId="{D36557D0-E3FD-4CCC-B217-E377192ED6C9}" sibTransId="{4C1DADAA-1752-4CD9-8687-5EFD3BEF5EC8}"/>
    <dgm:cxn modelId="{887054CC-A238-4525-A448-8AA9EBC5A492}" type="presOf" srcId="{6E96FE8B-0942-43C3-AA1B-6388677655AD}" destId="{54F0EFA3-1FCB-4080-9BC0-38C774AE13DC}" srcOrd="0" destOrd="0" presId="urn:microsoft.com/office/officeart/2005/8/layout/process1"/>
    <dgm:cxn modelId="{13BAFE80-9B40-40A5-8B3F-AECA49212380}" type="presParOf" srcId="{C563DF78-DC66-4A63-82FD-08891A19431F}" destId="{90BE66DA-A200-43E3-8AD3-7FEC051A6E46}" srcOrd="0" destOrd="0" presId="urn:microsoft.com/office/officeart/2005/8/layout/process1"/>
    <dgm:cxn modelId="{54A21DE0-B513-4816-B1A0-D350417A4ACA}" type="presParOf" srcId="{C563DF78-DC66-4A63-82FD-08891A19431F}" destId="{8D3C9F49-C393-4C86-916A-5E3A28625E29}" srcOrd="1" destOrd="0" presId="urn:microsoft.com/office/officeart/2005/8/layout/process1"/>
    <dgm:cxn modelId="{7A2A84BA-BD43-4785-B9E5-93C8D1708BAC}" type="presParOf" srcId="{8D3C9F49-C393-4C86-916A-5E3A28625E29}" destId="{4A3E0657-D0D1-4D7D-8BBA-BF9C5239FE8E}" srcOrd="0" destOrd="0" presId="urn:microsoft.com/office/officeart/2005/8/layout/process1"/>
    <dgm:cxn modelId="{59B065F3-0816-4675-8C0A-11CFA7D06F96}" type="presParOf" srcId="{C563DF78-DC66-4A63-82FD-08891A19431F}" destId="{54F0EFA3-1FCB-4080-9BC0-38C774AE13DC}" srcOrd="2" destOrd="0" presId="urn:microsoft.com/office/officeart/2005/8/layout/process1"/>
    <dgm:cxn modelId="{8686B313-50D7-4B1A-98F5-A1BDC9EEAE9D}" type="presParOf" srcId="{C563DF78-DC66-4A63-82FD-08891A19431F}" destId="{C2BB28B9-2878-4C9D-92AC-B3B9A07831D2}" srcOrd="3" destOrd="0" presId="urn:microsoft.com/office/officeart/2005/8/layout/process1"/>
    <dgm:cxn modelId="{F32DFA6D-7BBC-4E36-8388-DD96ECB95F7E}" type="presParOf" srcId="{C2BB28B9-2878-4C9D-92AC-B3B9A07831D2}" destId="{70FA81FA-172A-4F8A-BB0E-915DA37E8804}" srcOrd="0" destOrd="0" presId="urn:microsoft.com/office/officeart/2005/8/layout/process1"/>
    <dgm:cxn modelId="{2E2AA0AC-42F3-449A-A1C2-9D5C9C161CE3}" type="presParOf" srcId="{C563DF78-DC66-4A63-82FD-08891A19431F}" destId="{D3A83BB2-0CDA-499D-A1DE-1923DD3E4A17}" srcOrd="4" destOrd="0" presId="urn:microsoft.com/office/officeart/2005/8/layout/process1"/>
    <dgm:cxn modelId="{B0CF5251-5B06-4F9E-ACAB-D9A7580B1A76}" type="presParOf" srcId="{C563DF78-DC66-4A63-82FD-08891A19431F}" destId="{8F0F8BB8-03A7-46D8-963E-FEEE89E0F11F}" srcOrd="5" destOrd="0" presId="urn:microsoft.com/office/officeart/2005/8/layout/process1"/>
    <dgm:cxn modelId="{7C96243C-6B4A-4669-A90D-43A05353E0AA}" type="presParOf" srcId="{8F0F8BB8-03A7-46D8-963E-FEEE89E0F11F}" destId="{2041EF53-A5A1-4CBE-BFD8-D74E5B3ECD2B}" srcOrd="0" destOrd="0" presId="urn:microsoft.com/office/officeart/2005/8/layout/process1"/>
    <dgm:cxn modelId="{D193203E-57A6-4589-8E40-F34C2F991234}" type="presParOf" srcId="{C563DF78-DC66-4A63-82FD-08891A19431F}" destId="{D0B30054-B3EF-4709-8BDB-1D2749A0F33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E66DA-A200-43E3-8AD3-7FEC051A6E46}">
      <dsp:nvSpPr>
        <dsp:cNvPr id="0" name=""/>
        <dsp:cNvSpPr/>
      </dsp:nvSpPr>
      <dsp:spPr>
        <a:xfrm>
          <a:off x="4455" y="1335772"/>
          <a:ext cx="1948224" cy="1168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业务过程</a:t>
          </a:r>
          <a:endParaRPr lang="zh-CN" altLang="en-US" sz="3200" kern="1200" dirty="0"/>
        </a:p>
      </dsp:txBody>
      <dsp:txXfrm>
        <a:off x="38692" y="1370009"/>
        <a:ext cx="1879750" cy="1100460"/>
      </dsp:txXfrm>
    </dsp:sp>
    <dsp:sp modelId="{8D3C9F49-C393-4C86-916A-5E3A28625E29}">
      <dsp:nvSpPr>
        <dsp:cNvPr id="0" name=""/>
        <dsp:cNvSpPr/>
      </dsp:nvSpPr>
      <dsp:spPr>
        <a:xfrm>
          <a:off x="2147503" y="1678660"/>
          <a:ext cx="413023" cy="483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/>
        </a:p>
      </dsp:txBody>
      <dsp:txXfrm>
        <a:off x="2147503" y="1775292"/>
        <a:ext cx="289116" cy="289895"/>
      </dsp:txXfrm>
    </dsp:sp>
    <dsp:sp modelId="{54F0EFA3-1FCB-4080-9BC0-38C774AE13DC}">
      <dsp:nvSpPr>
        <dsp:cNvPr id="0" name=""/>
        <dsp:cNvSpPr/>
      </dsp:nvSpPr>
      <dsp:spPr>
        <a:xfrm>
          <a:off x="2731970" y="1335772"/>
          <a:ext cx="1948224" cy="1168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声明粒度</a:t>
          </a:r>
          <a:endParaRPr lang="zh-CN" altLang="en-US" sz="3200" kern="1200" dirty="0"/>
        </a:p>
      </dsp:txBody>
      <dsp:txXfrm>
        <a:off x="2766207" y="1370009"/>
        <a:ext cx="1879750" cy="1100460"/>
      </dsp:txXfrm>
    </dsp:sp>
    <dsp:sp modelId="{C2BB28B9-2878-4C9D-92AC-B3B9A07831D2}">
      <dsp:nvSpPr>
        <dsp:cNvPr id="0" name=""/>
        <dsp:cNvSpPr/>
      </dsp:nvSpPr>
      <dsp:spPr>
        <a:xfrm>
          <a:off x="4875018" y="1678660"/>
          <a:ext cx="413023" cy="483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/>
        </a:p>
      </dsp:txBody>
      <dsp:txXfrm>
        <a:off x="4875018" y="1775292"/>
        <a:ext cx="289116" cy="289895"/>
      </dsp:txXfrm>
    </dsp:sp>
    <dsp:sp modelId="{D3A83BB2-0CDA-499D-A1DE-1923DD3E4A17}">
      <dsp:nvSpPr>
        <dsp:cNvPr id="0" name=""/>
        <dsp:cNvSpPr/>
      </dsp:nvSpPr>
      <dsp:spPr>
        <a:xfrm>
          <a:off x="5459485" y="1335772"/>
          <a:ext cx="1948224" cy="1168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描述维度</a:t>
          </a:r>
          <a:endParaRPr lang="zh-CN" altLang="en-US" sz="3200" kern="1200" dirty="0"/>
        </a:p>
      </dsp:txBody>
      <dsp:txXfrm>
        <a:off x="5493722" y="1370009"/>
        <a:ext cx="1879750" cy="1100460"/>
      </dsp:txXfrm>
    </dsp:sp>
    <dsp:sp modelId="{8F0F8BB8-03A7-46D8-963E-FEEE89E0F11F}">
      <dsp:nvSpPr>
        <dsp:cNvPr id="0" name=""/>
        <dsp:cNvSpPr/>
      </dsp:nvSpPr>
      <dsp:spPr>
        <a:xfrm>
          <a:off x="7602532" y="1678660"/>
          <a:ext cx="413023" cy="4831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/>
        </a:p>
      </dsp:txBody>
      <dsp:txXfrm>
        <a:off x="7602532" y="1775292"/>
        <a:ext cx="289116" cy="289895"/>
      </dsp:txXfrm>
    </dsp:sp>
    <dsp:sp modelId="{D0B30054-B3EF-4709-8BDB-1D2749A0F33D}">
      <dsp:nvSpPr>
        <dsp:cNvPr id="0" name=""/>
        <dsp:cNvSpPr/>
      </dsp:nvSpPr>
      <dsp:spPr>
        <a:xfrm>
          <a:off x="8187000" y="1335772"/>
          <a:ext cx="1948224" cy="1168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确认事实</a:t>
          </a:r>
          <a:endParaRPr lang="zh-CN" altLang="en-US" sz="3200" kern="1200" dirty="0"/>
        </a:p>
      </dsp:txBody>
      <dsp:txXfrm>
        <a:off x="8221237" y="1370009"/>
        <a:ext cx="1879750" cy="1100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846638" y="2199562"/>
            <a:ext cx="8984798" cy="167462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4400" dirty="0" smtClean="0"/>
              <a:t>建模方法论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3174" y="5110087"/>
            <a:ext cx="6638783" cy="606425"/>
          </a:xfrm>
        </p:spPr>
        <p:txBody>
          <a:bodyPr/>
          <a:lstStyle/>
          <a:p>
            <a:r>
              <a:rPr lang="en-US" altLang="zh-CN" sz="2400" dirty="0"/>
              <a:t>2018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29</a:t>
            </a:r>
            <a:r>
              <a:rPr lang="zh-CN" altLang="en-US" sz="2400" dirty="0" smtClean="0"/>
              <a:t>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01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CUBE</a:t>
            </a:r>
            <a:r>
              <a:rPr lang="zh-CN" altLang="en-US" dirty="0" smtClean="0"/>
              <a:t>建模步骤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692295793"/>
              </p:ext>
            </p:extLst>
          </p:nvPr>
        </p:nvGraphicFramePr>
        <p:xfrm>
          <a:off x="1026159" y="1933303"/>
          <a:ext cx="10139681" cy="384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512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选择业务过程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由分析师和建模人员共同商讨确认的活动。</a:t>
            </a:r>
            <a:endParaRPr lang="en-US" altLang="zh-CN" dirty="0" smtClean="0"/>
          </a:p>
          <a:p>
            <a:r>
              <a:rPr lang="zh-CN" altLang="en-US" dirty="0" smtClean="0"/>
              <a:t>业务过程中建立的度量，将转换成事实表中的事实。</a:t>
            </a:r>
            <a:endParaRPr lang="en-US" altLang="zh-CN" dirty="0" smtClean="0"/>
          </a:p>
          <a:p>
            <a:r>
              <a:rPr lang="zh-CN" altLang="en-US" dirty="0" smtClean="0"/>
              <a:t>业务过程是建模过程中重要的环节。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21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声明粒度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简单来讲，确定事实表中的一行数据表示什么。</a:t>
            </a:r>
            <a:endParaRPr lang="en-US" altLang="zh-CN" dirty="0" smtClean="0"/>
          </a:p>
          <a:p>
            <a:r>
              <a:rPr lang="zh-CN" altLang="en-US" dirty="0" smtClean="0"/>
              <a:t>在选择维度和确认事实前必须先声明粒度。</a:t>
            </a:r>
            <a:endParaRPr lang="en-US" altLang="zh-CN" dirty="0" smtClean="0"/>
          </a:p>
          <a:p>
            <a:r>
              <a:rPr lang="zh-CN" altLang="en-US" dirty="0" smtClean="0"/>
              <a:t>最低级别的原子粒度能够承受无法预期的用户查询。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79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描述维度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维度提供了业务过程中“</a:t>
            </a:r>
            <a:r>
              <a:rPr lang="en-US" altLang="zh-CN" dirty="0" smtClean="0"/>
              <a:t>who / what / where / when / why / how </a:t>
            </a:r>
            <a:r>
              <a:rPr lang="zh-CN" altLang="en-US" dirty="0" smtClean="0"/>
              <a:t>”等。</a:t>
            </a:r>
            <a:endParaRPr lang="en-US" altLang="zh-CN" dirty="0" smtClean="0"/>
          </a:p>
          <a:p>
            <a:r>
              <a:rPr lang="zh-CN" altLang="en-US" dirty="0"/>
              <a:t>维</a:t>
            </a:r>
            <a:r>
              <a:rPr lang="zh-CN" altLang="en-US" dirty="0" smtClean="0"/>
              <a:t>度表是维度模型的灵魂所在，他是所有业务事实的驱动都。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487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确认度量事实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事实包含来自业务过程事件的度量值，以数量值来表示。</a:t>
            </a:r>
            <a:endParaRPr lang="en-US" altLang="zh-CN" dirty="0" smtClean="0"/>
          </a:p>
          <a:p>
            <a:r>
              <a:rPr lang="zh-CN" altLang="en-US" dirty="0" smtClean="0"/>
              <a:t>一个事实表的行与事实表粒度描述的事件之间存在一对一的关系。事实与声明的粒度保持一致性。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839698"/>
      </p:ext>
    </p:extLst>
  </p:cSld>
  <p:clrMapOvr>
    <a:masterClrMapping/>
  </p:clrMapOvr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7546</TotalTime>
  <Words>194</Words>
  <Application>Microsoft Office PowerPoint</Application>
  <PresentationFormat>宽屏</PresentationFormat>
  <Paragraphs>22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建模方法论</vt:lpstr>
      <vt:lpstr>CUBE建模步骤 </vt:lpstr>
      <vt:lpstr>选择业务过程</vt:lpstr>
      <vt:lpstr>声明粒度</vt:lpstr>
      <vt:lpstr>描述维度</vt:lpstr>
      <vt:lpstr>确认度量事实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1086</cp:revision>
  <cp:lastPrinted>2017-11-27T05:08:00Z</cp:lastPrinted>
  <dcterms:created xsi:type="dcterms:W3CDTF">2017-05-03T04:04:00Z</dcterms:created>
  <dcterms:modified xsi:type="dcterms:W3CDTF">2018-12-29T00:52:41Z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